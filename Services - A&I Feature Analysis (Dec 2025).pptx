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3"/>
  </p:notesMasterIdLst>
  <p:sldIdLst>
    <p:sldId id="319" r:id="rId5"/>
    <p:sldId id="338" r:id="rId6"/>
    <p:sldId id="321" r:id="rId7"/>
    <p:sldId id="358" r:id="rId8"/>
    <p:sldId id="357" r:id="rId9"/>
    <p:sldId id="318" r:id="rId10"/>
    <p:sldId id="340" r:id="rId11"/>
    <p:sldId id="354" r:id="rId1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1pPr>
    <a:lvl2pPr marL="0" marR="0" indent="22860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2pPr>
    <a:lvl3pPr marL="0" marR="0" indent="45720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3pPr>
    <a:lvl4pPr marL="0" marR="0" indent="68580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4pPr>
    <a:lvl5pPr marL="0" marR="0" indent="91440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5pPr>
    <a:lvl6pPr marL="0" marR="0" indent="114300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6pPr>
    <a:lvl7pPr marL="0" marR="0" indent="137160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7pPr>
    <a:lvl8pPr marL="0" marR="0" indent="160020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8pPr>
    <a:lvl9pPr marL="0" marR="0" indent="182880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B4E2E01-ED9A-BDB1-5CC5-6159049270DB}" name="Rex Guo" initials="RG" userId="S::rex.guo_wundermanthompson.com#ext#@consolidatededison.onmicrosoft.com::6a2c3b48-a341-49de-bf05-0dacedf814df" providerId="AD"/>
  <p188:author id="{A6F56237-ABF7-CE22-D431-7120B65021F0}" name="Pajaujis, Victoria" initials="PV" userId="S::pajaujisv@coned.com::f6c0491a-d39a-4739-815f-d5e8ed0d355d" providerId="AD"/>
  <p188:author id="{B6B9DB63-6507-9AC5-04D6-0D066DDBE306}" name="Yeh, Lina" initials="YL" userId="S::yehl@coned.com::a7bcd217-d679-4ca3-9b22-1c42ab310cb7" providerId="AD"/>
  <p188:author id="{7F9D6273-3BF9-BFC2-24CF-8756863DC882}" name="Rex Guo" initials="" userId="S::rex.guo@vml.com::b6a14724-eb6d-4a5d-8ab3-de2fef9ad0b4" providerId="AD"/>
  <p188:author id="{DF490BC3-9E83-D8C5-77BC-082D898FE87A}" name="Akinbobola, Angelina" initials="" userId="S::akinbobolaa@coned.com::c64bd995-d79e-4cd2-87ca-81dc3e59355c" providerId="AD"/>
  <p188:author id="{090E30D6-01F0-FD8F-3957-A31F8E2442BD}" name="Mistry, Jeny" initials="" userId="S::mistryj@coned.com::233c8311-d3b1-4f08-906c-a129740e4f3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2A2A"/>
    <a:srgbClr val="069BD7"/>
    <a:srgbClr val="27A95E"/>
    <a:srgbClr val="E6E6E6"/>
    <a:srgbClr val="FF8E2C"/>
    <a:srgbClr val="0078CF"/>
    <a:srgbClr val="636363"/>
    <a:srgbClr val="004557"/>
    <a:srgbClr val="333333"/>
    <a:srgbClr val="E576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Gotham-Medium"/>
          <a:ea typeface="Gotham-Medium"/>
          <a:cs typeface="Gotham-Medium"/>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
          <a:latin typeface="Gotham-Medium"/>
          <a:ea typeface="Gotham-Medium"/>
          <a:cs typeface="Gotham-Medium"/>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
          <a:latin typeface="Gotham-Medium"/>
          <a:ea typeface="Gotham-Medium"/>
          <a:cs typeface="Gotham-Medium"/>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
          <a:latin typeface="Gotham-Medium"/>
          <a:ea typeface="Gotham-Medium"/>
          <a:cs typeface="Gotham-Medium"/>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
          <a:latin typeface="Gotham-Medium"/>
          <a:ea typeface="Gotham-Medium"/>
          <a:cs typeface="Gotham-Medium"/>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4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
          <a:latin typeface="Gotham-Medium"/>
          <a:ea typeface="Gotham-Medium"/>
          <a:cs typeface="Gotham-Medium"/>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
          <a:latin typeface="Gotham-Medium"/>
          <a:ea typeface="Gotham-Medium"/>
          <a:cs typeface="Gotham-Medium"/>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
          <a:latin typeface="Gotham-Medium"/>
          <a:ea typeface="Gotham-Medium"/>
          <a:cs typeface="Gotham-Medium"/>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8F44A2F1-9E1F-4B54-A3A2-5F16C0AD49E2}" styleName="">
    <a:tblBg/>
    <a:wholeTbl>
      <a:tcTxStyle b="off" i="off">
        <a:font>
          <a:latin typeface="Helvetica Light"/>
          <a:ea typeface="Helvetica Light"/>
          <a:cs typeface="Helvetica Light"/>
        </a:font>
        <a:srgbClr val="000000"/>
      </a:tcTxStyle>
      <a:tcStyle>
        <a:tcBdr>
          <a:left>
            <a:ln w="12700" cap="flat">
              <a:solidFill>
                <a:srgbClr val="3797C6"/>
              </a:solidFill>
              <a:prstDash val="solid"/>
              <a:miter lim="400000"/>
            </a:ln>
          </a:left>
          <a:right>
            <a:ln w="12700" cap="flat">
              <a:solidFill>
                <a:srgbClr val="3797C6"/>
              </a:solidFill>
              <a:prstDash val="solid"/>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25400" cap="flat">
              <a:solidFill>
                <a:srgbClr val="3797C6"/>
              </a:solidFill>
              <a:prstDash val="solid"/>
              <a:miter lim="400000"/>
            </a:ln>
          </a:left>
          <a:right>
            <a:ln w="12700" cap="flat">
              <a:noFill/>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rgbClr val="398CCE"/>
          </a:solidFill>
        </a:fill>
      </a:tcStyle>
    </a:firstCol>
    <a:lastRow>
      <a:tcTxStyle b="off" i="off">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25400" cap="flat">
              <a:solidFill>
                <a:srgbClr val="3797C6"/>
              </a:solidFill>
              <a:prstDash val="solid"/>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solidFill>
                <a:srgbClr val="3797C6"/>
              </a:solidFill>
              <a:prstDash val="solid"/>
              <a:miter lim="400000"/>
            </a:ln>
          </a:left>
          <a:right>
            <a:ln w="12700" cap="flat">
              <a:solidFill>
                <a:srgbClr val="3797C6"/>
              </a:solidFill>
              <a:prstDash val="solid"/>
              <a:miter lim="400000"/>
            </a:ln>
          </a:right>
          <a:top>
            <a:ln w="25400" cap="flat">
              <a:solidFill>
                <a:srgbClr val="3797C6"/>
              </a:solidFill>
              <a:prstDash val="solid"/>
              <a:miter lim="400000"/>
            </a:ln>
          </a:top>
          <a:bottom>
            <a:ln w="12700" cap="flat">
              <a:noFill/>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chemeClr val="accent1"/>
          </a:solidFill>
        </a:fill>
      </a:tcStyle>
    </a:firstRow>
  </a:tblStyle>
  <a:tblStyle styleId="{D51ADE6A-740E-44AE-83CC-AE7238B6C88D}" styleName="">
    <a:tblBg/>
    <a:wholeTbl>
      <a:tcTxStyle b="off" i="off">
        <a:font>
          <a:latin typeface="Helvetica Light"/>
          <a:ea typeface="Helvetica Light"/>
          <a:cs typeface="Helvetica Light"/>
        </a:font>
        <a:srgbClr val="000000"/>
      </a:tcTxStyle>
      <a:tcStyle>
        <a:tcBdr>
          <a:left>
            <a:ln w="12700" cap="flat">
              <a:solidFill>
                <a:srgbClr val="3797C6"/>
              </a:solidFill>
              <a:prstDash val="solid"/>
              <a:miter lim="400000"/>
            </a:ln>
          </a:left>
          <a:right>
            <a:ln w="12700" cap="flat">
              <a:solidFill>
                <a:srgbClr val="3797C6"/>
              </a:solidFill>
              <a:prstDash val="solid"/>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25400" cap="flat">
              <a:solidFill>
                <a:srgbClr val="3797C6"/>
              </a:solidFill>
              <a:prstDash val="solid"/>
              <a:miter lim="400000"/>
            </a:ln>
          </a:left>
          <a:right>
            <a:ln w="12700" cap="flat">
              <a:noFill/>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rgbClr val="398CCE"/>
          </a:solidFill>
        </a:fill>
      </a:tcStyle>
    </a:firstCol>
    <a:lastRow>
      <a:tcTxStyle b="off" i="off">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25400" cap="flat">
              <a:solidFill>
                <a:srgbClr val="3797C6"/>
              </a:solidFill>
              <a:prstDash val="solid"/>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solidFill>
                <a:srgbClr val="3797C6"/>
              </a:solidFill>
              <a:prstDash val="solid"/>
              <a:miter lim="400000"/>
            </a:ln>
          </a:left>
          <a:right>
            <a:ln w="12700" cap="flat">
              <a:solidFill>
                <a:srgbClr val="3797C6"/>
              </a:solidFill>
              <a:prstDash val="solid"/>
              <a:miter lim="400000"/>
            </a:ln>
          </a:right>
          <a:top>
            <a:ln w="25400" cap="flat">
              <a:solidFill>
                <a:srgbClr val="3797C6"/>
              </a:solidFill>
              <a:prstDash val="solid"/>
              <a:miter lim="400000"/>
            </a:ln>
          </a:top>
          <a:bottom>
            <a:ln w="12700" cap="flat">
              <a:noFill/>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chemeClr val="accent1"/>
          </a:solidFill>
        </a:fill>
      </a:tcStyle>
    </a:firstRow>
  </a:tblStyle>
  <a:tblStyle styleId="{4A9BC294-FFE2-49D5-8D69-9E1BD2C41BD5}" styleName="">
    <a:tblBg/>
    <a:wholeTbl>
      <a:tcTxStyle b="off" i="off">
        <a:font>
          <a:latin typeface="Helvetica Light"/>
          <a:ea typeface="Helvetica Light"/>
          <a:cs typeface="Helvetica Light"/>
        </a:font>
        <a:srgbClr val="000000"/>
      </a:tcTxStyle>
      <a:tcStyle>
        <a:tcBdr>
          <a:left>
            <a:ln w="12700" cap="flat">
              <a:solidFill>
                <a:srgbClr val="3797C6"/>
              </a:solidFill>
              <a:prstDash val="solid"/>
              <a:miter lim="400000"/>
            </a:ln>
          </a:left>
          <a:right>
            <a:ln w="12700" cap="flat">
              <a:solidFill>
                <a:srgbClr val="3797C6"/>
              </a:solidFill>
              <a:prstDash val="solid"/>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25400" cap="flat">
              <a:solidFill>
                <a:srgbClr val="3797C6"/>
              </a:solidFill>
              <a:prstDash val="solid"/>
              <a:miter lim="400000"/>
            </a:ln>
          </a:left>
          <a:right>
            <a:ln w="12700" cap="flat">
              <a:noFill/>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rgbClr val="398CCE"/>
          </a:solidFill>
        </a:fill>
      </a:tcStyle>
    </a:firstCol>
    <a:lastRow>
      <a:tcTxStyle b="off" i="off">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25400" cap="flat">
              <a:solidFill>
                <a:srgbClr val="3797C6"/>
              </a:solidFill>
              <a:prstDash val="solid"/>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solidFill>
                <a:srgbClr val="3797C6"/>
              </a:solidFill>
              <a:prstDash val="solid"/>
              <a:miter lim="400000"/>
            </a:ln>
          </a:left>
          <a:right>
            <a:ln w="12700" cap="flat">
              <a:solidFill>
                <a:srgbClr val="3797C6"/>
              </a:solidFill>
              <a:prstDash val="solid"/>
              <a:miter lim="400000"/>
            </a:ln>
          </a:right>
          <a:top>
            <a:ln w="25400" cap="flat">
              <a:solidFill>
                <a:srgbClr val="3797C6"/>
              </a:solidFill>
              <a:prstDash val="solid"/>
              <a:miter lim="400000"/>
            </a:ln>
          </a:top>
          <a:bottom>
            <a:ln w="12700" cap="flat">
              <a:noFill/>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chemeClr val="accent1"/>
          </a:solidFill>
        </a:fill>
      </a:tcStyle>
    </a:firstRow>
  </a:tblStyle>
  <a:tblStyle styleId="{BBFC77FB-9ED0-4EC9-95AA-A1379042E648}" styleName="">
    <a:tblBg/>
    <a:wholeTbl>
      <a:tcTxStyle b="off" i="off">
        <a:font>
          <a:latin typeface="Gill Sans"/>
          <a:ea typeface="Gill Sans"/>
          <a:cs typeface="Gill Sans"/>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C5C7C9">
              <a:alpha val="30000"/>
            </a:srgbClr>
          </a:solidFill>
        </a:fill>
      </a:tcStyle>
    </a:band2H>
    <a:firstCol>
      <a:tcTxStyle b="off" i="off">
        <a:font>
          <a:latin typeface="Gill Sans"/>
          <a:ea typeface="Gill Sans"/>
          <a:cs typeface="Gill Sans"/>
        </a:font>
        <a:srgbClr val="000000"/>
      </a:tcTxStyle>
      <a:tcStyle>
        <a:tcBdr>
          <a:left>
            <a:ln w="28575"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000000">
              <a:alpha val="25000"/>
            </a:srgbClr>
          </a:solidFill>
        </a:fill>
      </a:tcStyle>
    </a:firstCol>
    <a:lastRow>
      <a:tcTxStyle b="off" i="off">
        <a:font>
          <a:latin typeface="Gill Sans"/>
          <a:ea typeface="Gill Sans"/>
          <a:cs typeface="Gill Sans"/>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28575"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000000">
              <a:alpha val="25000"/>
            </a:srgbClr>
          </a:solidFill>
        </a:fill>
      </a:tcStyle>
    </a:lastRow>
    <a:firstRow>
      <a:tcTxStyle b="off" i="off">
        <a:font>
          <a:latin typeface="Gill Sans"/>
          <a:ea typeface="Gill Sans"/>
          <a:cs typeface="Gill Sans"/>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8575"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000000">
              <a:alpha val="25000"/>
            </a:srgbClr>
          </a:solidFill>
        </a:fill>
      </a:tcStyle>
    </a:firstRow>
  </a:tblStyle>
  <a:tblStyle styleId="{3DC5C2F9-1CAC-4260-A1DD-9FCDBB877499}" styleName="">
    <a:tblBg/>
    <a:wholeTbl>
      <a:tcTxStyle b="off" i="off">
        <a:font>
          <a:latin typeface="Gill Sans"/>
          <a:ea typeface="Gill Sans"/>
          <a:cs typeface="Gill Sans"/>
        </a:font>
        <a:srgbClr val="000000"/>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wholeTbl>
    <a:band2H>
      <a:tcTxStyle/>
      <a:tcStyle>
        <a:tcBdr/>
        <a:fill>
          <a:solidFill>
            <a:srgbClr val="C5C7C9">
              <a:alpha val="30000"/>
            </a:srgbClr>
          </a:solidFill>
        </a:fill>
      </a:tcStyle>
    </a:band2H>
    <a:firstCol>
      <a:tcTxStyle b="off" i="off">
        <a:font>
          <a:latin typeface="Gill Sans"/>
          <a:ea typeface="Gill Sans"/>
          <a:cs typeface="Gill Sans"/>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Col>
    <a:lastRow>
      <a:tcTxStyle b="off" i="off">
        <a:font>
          <a:latin typeface="Gill Sans"/>
          <a:ea typeface="Gill Sans"/>
          <a:cs typeface="Gill Sans"/>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lastRow>
    <a:firstRow>
      <a:tcTxStyle b="off" i="off">
        <a:font>
          <a:latin typeface="Gill Sans"/>
          <a:ea typeface="Gill Sans"/>
          <a:cs typeface="Gill Sans"/>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Row>
  </a:tblStyle>
  <a:tblStyle styleId="{6CBB8FF1-D9AA-43F3-AF6F-95CC898621D3}" styleName="">
    <a:tblBg/>
    <a:wholeTbl>
      <a:tcTxStyle b="off" i="off">
        <a:font>
          <a:latin typeface="Helvetica Light"/>
          <a:ea typeface="Helvetica Light"/>
          <a:cs typeface="Helvetica Light"/>
        </a:font>
        <a:srgbClr val="000000"/>
      </a:tcTxStyle>
      <a:tcStyle>
        <a:tcBdr>
          <a:left>
            <a:ln w="12700" cap="flat">
              <a:solidFill>
                <a:srgbClr val="3797C6"/>
              </a:solidFill>
              <a:prstDash val="solid"/>
              <a:miter lim="400000"/>
            </a:ln>
          </a:left>
          <a:right>
            <a:ln w="12700" cap="flat">
              <a:solidFill>
                <a:srgbClr val="3797C6"/>
              </a:solidFill>
              <a:prstDash val="solid"/>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25400" cap="flat">
              <a:solidFill>
                <a:srgbClr val="3797C6"/>
              </a:solidFill>
              <a:prstDash val="solid"/>
              <a:miter lim="400000"/>
            </a:ln>
          </a:left>
          <a:right>
            <a:ln w="12700" cap="flat">
              <a:noFill/>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rgbClr val="398CCE"/>
          </a:solidFill>
        </a:fill>
      </a:tcStyle>
    </a:firstCol>
    <a:lastRow>
      <a:tcTxStyle b="off" i="off">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25400" cap="flat">
              <a:solidFill>
                <a:srgbClr val="3797C6"/>
              </a:solidFill>
              <a:prstDash val="solid"/>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solidFill>
                <a:srgbClr val="3797C6"/>
              </a:solidFill>
              <a:prstDash val="solid"/>
              <a:miter lim="400000"/>
            </a:ln>
          </a:left>
          <a:right>
            <a:ln w="12700" cap="flat">
              <a:solidFill>
                <a:srgbClr val="3797C6"/>
              </a:solidFill>
              <a:prstDash val="solid"/>
              <a:miter lim="400000"/>
            </a:ln>
          </a:right>
          <a:top>
            <a:ln w="25400" cap="flat">
              <a:solidFill>
                <a:srgbClr val="3797C6"/>
              </a:solidFill>
              <a:prstDash val="solid"/>
              <a:miter lim="400000"/>
            </a:ln>
          </a:top>
          <a:bottom>
            <a:ln w="12700" cap="flat">
              <a:noFill/>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chemeClr val="accent1"/>
          </a:solidFill>
        </a:fill>
      </a:tcStyle>
    </a:firstRow>
  </a:tblStyle>
  <a:tblStyle styleId="{762C2F62-8CA0-4B87-A79D-6E3B3569D513}" styleName="">
    <a:tblBg/>
    <a:wholeTbl>
      <a:tcTxStyle b="off" i="off">
        <a:font>
          <a:latin typeface="Helvetica Light"/>
          <a:ea typeface="Helvetica Light"/>
          <a:cs typeface="Helvetica Light"/>
        </a:font>
        <a:srgbClr val="000000"/>
      </a:tcTxStyle>
      <a:tcStyle>
        <a:tcBdr>
          <a:left>
            <a:ln w="12700" cap="flat">
              <a:solidFill>
                <a:srgbClr val="3797C6"/>
              </a:solidFill>
              <a:prstDash val="solid"/>
              <a:miter lim="400000"/>
            </a:ln>
          </a:left>
          <a:right>
            <a:ln w="12700" cap="flat">
              <a:solidFill>
                <a:srgbClr val="3797C6"/>
              </a:solidFill>
              <a:prstDash val="solid"/>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solidFill>
                <a:srgbClr val="3797C6"/>
              </a:solidFill>
              <a:prstDash val="solid"/>
              <a:miter lim="400000"/>
            </a:ln>
          </a:left>
          <a:right>
            <a:ln w="12700" cap="flat">
              <a:noFill/>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rgbClr val="398CCE"/>
          </a:solidFill>
        </a:fill>
      </a:tcStyle>
    </a:firstCol>
    <a:lastRow>
      <a:tcTxStyle b="off" i="off">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solidFill>
                <a:srgbClr val="3797C6"/>
              </a:solidFill>
              <a:prstDash val="solid"/>
              <a:miter lim="400000"/>
            </a:ln>
          </a:left>
          <a:right>
            <a:ln w="12700" cap="flat">
              <a:solidFill>
                <a:srgbClr val="3797C6"/>
              </a:solidFill>
              <a:prstDash val="solid"/>
              <a:miter lim="400000"/>
            </a:ln>
          </a:right>
          <a:top>
            <a:ln w="12700" cap="flat">
              <a:solidFill>
                <a:srgbClr val="3797C6"/>
              </a:solidFill>
              <a:prstDash val="solid"/>
              <a:miter lim="400000"/>
            </a:ln>
          </a:top>
          <a:bottom>
            <a:ln w="12700" cap="flat">
              <a:noFill/>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chemeClr val="accent1"/>
          </a:solidFill>
        </a:fill>
      </a:tcStyle>
    </a:firstRow>
  </a:tblStyle>
  <a:tblStyle styleId="{BDB2253F-7009-40B5-BB03-8BAC54C8D7C4}" styleName="">
    <a:tblBg/>
    <a:wholeTbl>
      <a:tcTxStyle b="off" i="off">
        <a:font>
          <a:latin typeface="Helvetica Light"/>
          <a:ea typeface="Helvetica Light"/>
          <a:cs typeface="Helvetica Light"/>
        </a:font>
        <a:srgbClr val="000000"/>
      </a:tcTxStyle>
      <a:tcStyle>
        <a:tcBdr>
          <a:left>
            <a:ln w="12700" cap="flat">
              <a:solidFill>
                <a:srgbClr val="3797C6"/>
              </a:solidFill>
              <a:prstDash val="solid"/>
              <a:miter lim="400000"/>
            </a:ln>
          </a:left>
          <a:right>
            <a:ln w="12700" cap="flat">
              <a:solidFill>
                <a:srgbClr val="3797C6"/>
              </a:solidFill>
              <a:prstDash val="solid"/>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25400" cap="flat">
              <a:solidFill>
                <a:srgbClr val="3797C6"/>
              </a:solidFill>
              <a:prstDash val="solid"/>
              <a:miter lim="400000"/>
            </a:ln>
          </a:left>
          <a:right>
            <a:ln w="12700" cap="flat">
              <a:noFill/>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rgbClr val="398CCE"/>
          </a:solidFill>
        </a:fill>
      </a:tcStyle>
    </a:firstCol>
    <a:lastRow>
      <a:tcTxStyle b="off" i="off">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25400" cap="flat">
              <a:solidFill>
                <a:srgbClr val="3797C6"/>
              </a:solidFill>
              <a:prstDash val="solid"/>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solidFill>
                <a:srgbClr val="3797C6"/>
              </a:solidFill>
              <a:prstDash val="solid"/>
              <a:miter lim="400000"/>
            </a:ln>
          </a:left>
          <a:right>
            <a:ln w="12700" cap="flat">
              <a:solidFill>
                <a:srgbClr val="3797C6"/>
              </a:solidFill>
              <a:prstDash val="solid"/>
              <a:miter lim="400000"/>
            </a:ln>
          </a:right>
          <a:top>
            <a:ln w="25400" cap="flat">
              <a:solidFill>
                <a:srgbClr val="3797C6"/>
              </a:solidFill>
              <a:prstDash val="solid"/>
              <a:miter lim="400000"/>
            </a:ln>
          </a:top>
          <a:bottom>
            <a:ln w="12700" cap="flat">
              <a:noFill/>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chemeClr val="accent1"/>
          </a:solidFill>
        </a:fill>
      </a:tcStyle>
    </a:firstRow>
  </a:tblStyle>
  <a:tblStyle styleId="{223023D1-75F4-4AA5-AE3A-F377A9D76D3C}" styleName="">
    <a:tblBg/>
    <a:wholeTbl>
      <a:tcTxStyle b="off" i="off">
        <a:font>
          <a:latin typeface="Gill Sans"/>
          <a:ea typeface="Gill Sans"/>
          <a:cs typeface="Gill Sans"/>
        </a:font>
        <a:srgbClr val="000000"/>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wholeTbl>
    <a:band2H>
      <a:tcTxStyle/>
      <a:tcStyle>
        <a:tcBdr/>
        <a:fill>
          <a:solidFill>
            <a:srgbClr val="C5C7C9">
              <a:alpha val="30000"/>
            </a:srgbClr>
          </a:solidFill>
        </a:fill>
      </a:tcStyle>
    </a:band2H>
    <a:firstCol>
      <a:tcTxStyle b="off" i="off">
        <a:font>
          <a:latin typeface="Gill Sans"/>
          <a:ea typeface="Gill Sans"/>
          <a:cs typeface="Gill Sans"/>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Col>
    <a:lastRow>
      <a:tcTxStyle b="off" i="off">
        <a:font>
          <a:latin typeface="Gill Sans"/>
          <a:ea typeface="Gill Sans"/>
          <a:cs typeface="Gill Sans"/>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lastRow>
    <a:firstRow>
      <a:tcTxStyle b="off" i="off">
        <a:font>
          <a:latin typeface="Gill Sans"/>
          <a:ea typeface="Gill Sans"/>
          <a:cs typeface="Gill Sans"/>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Row>
  </a:tblStyle>
  <a:tblStyle styleId="{2777D7AF-096B-4B5B-BBE1-AE145F8688AF}" styleName="">
    <a:tblBg/>
    <a:wholeTbl>
      <a:tcTxStyle b="off" i="off">
        <a:font>
          <a:latin typeface="Gill Sans"/>
          <a:ea typeface="Gill Sans"/>
          <a:cs typeface="Gill Sans"/>
        </a:font>
        <a:srgbClr val="000000"/>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wholeTbl>
    <a:band2H>
      <a:tcTxStyle/>
      <a:tcStyle>
        <a:tcBdr/>
        <a:fill>
          <a:solidFill>
            <a:srgbClr val="E3E5E8"/>
          </a:solidFill>
        </a:fill>
      </a:tcStyle>
    </a:band2H>
    <a:firstCol>
      <a:tcTxStyle b="off" i="off">
        <a:font>
          <a:latin typeface="Gill Sans"/>
          <a:ea typeface="Gill Sans"/>
          <a:cs typeface="Gill Sans"/>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Col>
    <a:lastRow>
      <a:tcTxStyle b="off" i="off">
        <a:font>
          <a:latin typeface="Gill Sans"/>
          <a:ea typeface="Gill Sans"/>
          <a:cs typeface="Gill Sans"/>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lastRow>
    <a:firstRow>
      <a:tcTxStyle b="off" i="off">
        <a:font>
          <a:latin typeface="Gill Sans"/>
          <a:ea typeface="Gill Sans"/>
          <a:cs typeface="Gill Sans"/>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Row>
  </a:tblStyle>
  <a:tblStyle styleId="{8C4B6733-35D5-4692-BE08-1CECCE820F40}" styleName="">
    <a:tblBg/>
    <a:wholeTbl>
      <a:tcTxStyle b="off" i="off">
        <a:font>
          <a:latin typeface="Helvetica Light"/>
          <a:ea typeface="Helvetica Light"/>
          <a:cs typeface="Helvetica Light"/>
        </a:font>
        <a:srgbClr val="000000"/>
      </a:tcTxStyle>
      <a:tcStyle>
        <a:tcBdr>
          <a:left>
            <a:ln w="12700" cap="flat">
              <a:solidFill>
                <a:srgbClr val="3797C6"/>
              </a:solidFill>
              <a:prstDash val="solid"/>
              <a:miter lim="400000"/>
            </a:ln>
          </a:left>
          <a:right>
            <a:ln w="12700" cap="flat">
              <a:solidFill>
                <a:srgbClr val="3797C6"/>
              </a:solidFill>
              <a:prstDash val="solid"/>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solidFill>
                <a:srgbClr val="3797C6"/>
              </a:solidFill>
              <a:prstDash val="solid"/>
              <a:miter lim="400000"/>
            </a:ln>
          </a:left>
          <a:right>
            <a:ln w="12700" cap="flat">
              <a:noFill/>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rgbClr val="398CCE"/>
          </a:solidFill>
        </a:fill>
      </a:tcStyle>
    </a:firstCol>
    <a:lastRow>
      <a:tcTxStyle b="off" i="off">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solidFill>
                <a:srgbClr val="3797C6"/>
              </a:solidFill>
              <a:prstDash val="solid"/>
              <a:miter lim="400000"/>
            </a:ln>
          </a:left>
          <a:right>
            <a:ln w="12700" cap="flat">
              <a:solidFill>
                <a:srgbClr val="3797C6"/>
              </a:solidFill>
              <a:prstDash val="solid"/>
              <a:miter lim="400000"/>
            </a:ln>
          </a:right>
          <a:top>
            <a:ln w="12700" cap="flat">
              <a:solidFill>
                <a:srgbClr val="3797C6"/>
              </a:solidFill>
              <a:prstDash val="solid"/>
              <a:miter lim="400000"/>
            </a:ln>
          </a:top>
          <a:bottom>
            <a:ln w="12700" cap="flat">
              <a:noFill/>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chemeClr val="accent1"/>
          </a:solidFill>
        </a:fill>
      </a:tcStyle>
    </a:firstRow>
  </a:tblStyle>
  <a:tblStyle styleId="{5F908116-9F12-42E8-9F38-733C4638F457}" styleName="">
    <a:tblBg/>
    <a:wholeTbl>
      <a:tcTxStyle b="off" i="off">
        <a:font>
          <a:latin typeface="Helvetica Light"/>
          <a:ea typeface="Helvetica Light"/>
          <a:cs typeface="Helvetica Light"/>
        </a:font>
        <a:srgbClr val="000000"/>
      </a:tcTxStyle>
      <a:tcStyle>
        <a:tcBdr>
          <a:left>
            <a:ln w="12700" cap="flat">
              <a:solidFill>
                <a:srgbClr val="3797C6"/>
              </a:solidFill>
              <a:prstDash val="solid"/>
              <a:miter lim="400000"/>
            </a:ln>
          </a:left>
          <a:right>
            <a:ln w="12700" cap="flat">
              <a:solidFill>
                <a:srgbClr val="3797C6"/>
              </a:solidFill>
              <a:prstDash val="solid"/>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25400" cap="flat">
              <a:solidFill>
                <a:srgbClr val="3797C6"/>
              </a:solidFill>
              <a:prstDash val="solid"/>
              <a:miter lim="400000"/>
            </a:ln>
          </a:left>
          <a:right>
            <a:ln w="12700" cap="flat">
              <a:noFill/>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rgbClr val="398CCE"/>
          </a:solidFill>
        </a:fill>
      </a:tcStyle>
    </a:firstCol>
    <a:lastRow>
      <a:tcTxStyle b="off" i="off">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25400" cap="flat">
              <a:solidFill>
                <a:srgbClr val="3797C6"/>
              </a:solidFill>
              <a:prstDash val="solid"/>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solidFill>
                <a:srgbClr val="3797C6"/>
              </a:solidFill>
              <a:prstDash val="solid"/>
              <a:miter lim="400000"/>
            </a:ln>
          </a:left>
          <a:right>
            <a:ln w="12700" cap="flat">
              <a:solidFill>
                <a:srgbClr val="3797C6"/>
              </a:solidFill>
              <a:prstDash val="solid"/>
              <a:miter lim="400000"/>
            </a:ln>
          </a:right>
          <a:top>
            <a:ln w="25400" cap="flat">
              <a:solidFill>
                <a:srgbClr val="3797C6"/>
              </a:solidFill>
              <a:prstDash val="solid"/>
              <a:miter lim="400000"/>
            </a:ln>
          </a:top>
          <a:bottom>
            <a:ln w="12700" cap="flat">
              <a:noFill/>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chemeClr val="accent1"/>
          </a:solidFill>
        </a:fill>
      </a:tcStyle>
    </a:firstRow>
  </a:tblStyle>
  <a:tblStyle styleId="{10806247-FC03-4433-B3E6-41B4E5CA42C7}" styleName="">
    <a:tblBg/>
    <a:wholeTbl>
      <a:tcTxStyle b="off" i="off">
        <a:font>
          <a:latin typeface="Gill Sans"/>
          <a:ea typeface="Gill Sans"/>
          <a:cs typeface="Gill Sans"/>
        </a:font>
        <a:srgbClr val="000000"/>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wholeTbl>
    <a:band2H>
      <a:tcTxStyle/>
      <a:tcStyle>
        <a:tcBdr/>
        <a:fill>
          <a:solidFill>
            <a:srgbClr val="E3E5E8"/>
          </a:solidFill>
        </a:fill>
      </a:tcStyle>
    </a:band2H>
    <a:firstCol>
      <a:tcTxStyle b="off" i="off">
        <a:font>
          <a:latin typeface="Gill Sans"/>
          <a:ea typeface="Gill Sans"/>
          <a:cs typeface="Gill Sans"/>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Col>
    <a:lastRow>
      <a:tcTxStyle b="off" i="off">
        <a:font>
          <a:latin typeface="Gill Sans"/>
          <a:ea typeface="Gill Sans"/>
          <a:cs typeface="Gill Sans"/>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lastRow>
    <a:firstRow>
      <a:tcTxStyle b="off" i="off">
        <a:font>
          <a:latin typeface="Gill Sans"/>
          <a:ea typeface="Gill Sans"/>
          <a:cs typeface="Gill Sans"/>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Row>
  </a:tblStyle>
  <a:tblStyle styleId="{50378C7E-96DD-491E-A199-854B35CFE1DF}" styleName="">
    <a:tblBg/>
    <a:wholeTbl>
      <a:tcTxStyle b="off" i="off">
        <a:font>
          <a:latin typeface="Gill Sans"/>
          <a:ea typeface="Gill Sans"/>
          <a:cs typeface="Gill Sans"/>
        </a:font>
        <a:srgbClr val="000000"/>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wholeTbl>
    <a:band2H>
      <a:tcTxStyle/>
      <a:tcStyle>
        <a:tcBdr/>
        <a:fill>
          <a:solidFill>
            <a:srgbClr val="C5C7C9">
              <a:alpha val="30000"/>
            </a:srgbClr>
          </a:solidFill>
        </a:fill>
      </a:tcStyle>
    </a:band2H>
    <a:firstCol>
      <a:tcTxStyle b="off" i="off">
        <a:font>
          <a:latin typeface="Gill Sans"/>
          <a:ea typeface="Gill Sans"/>
          <a:cs typeface="Gill Sans"/>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Col>
    <a:lastRow>
      <a:tcTxStyle b="off" i="off">
        <a:font>
          <a:latin typeface="Gill Sans"/>
          <a:ea typeface="Gill Sans"/>
          <a:cs typeface="Gill Sans"/>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lastRow>
    <a:firstRow>
      <a:tcTxStyle b="off" i="off">
        <a:font>
          <a:latin typeface="Gill Sans"/>
          <a:ea typeface="Gill Sans"/>
          <a:cs typeface="Gill Sans"/>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156" y="14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78" name="Shape 978"/>
          <p:cNvSpPr>
            <a:spLocks noGrp="1" noRot="1" noChangeAspect="1"/>
          </p:cNvSpPr>
          <p:nvPr>
            <p:ph type="sldImg"/>
          </p:nvPr>
        </p:nvSpPr>
        <p:spPr>
          <a:xfrm>
            <a:off x="1143000" y="685800"/>
            <a:ext cx="4572000" cy="3429000"/>
          </a:xfrm>
          <a:prstGeom prst="rect">
            <a:avLst/>
          </a:prstGeom>
        </p:spPr>
        <p:txBody>
          <a:bodyPr/>
          <a:lstStyle/>
          <a:p>
            <a:endParaRPr/>
          </a:p>
        </p:txBody>
      </p:sp>
      <p:sp>
        <p:nvSpPr>
          <p:cNvPr id="979" name="Shape 97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defRPr sz="2200">
        <a:latin typeface="Lucida Grande"/>
        <a:ea typeface="Lucida Grande"/>
        <a:cs typeface="Lucida Grande"/>
        <a:sym typeface="Lucida Grande"/>
      </a:defRPr>
    </a:lvl1pPr>
    <a:lvl2pPr indent="228600" defTabSz="457200" latinLnBrk="0">
      <a:defRPr sz="2200">
        <a:latin typeface="Lucida Grande"/>
        <a:ea typeface="Lucida Grande"/>
        <a:cs typeface="Lucida Grande"/>
        <a:sym typeface="Lucida Grande"/>
      </a:defRPr>
    </a:lvl2pPr>
    <a:lvl3pPr indent="457200" defTabSz="457200" latinLnBrk="0">
      <a:defRPr sz="2200">
        <a:latin typeface="Lucida Grande"/>
        <a:ea typeface="Lucida Grande"/>
        <a:cs typeface="Lucida Grande"/>
        <a:sym typeface="Lucida Grande"/>
      </a:defRPr>
    </a:lvl3pPr>
    <a:lvl4pPr indent="685800" defTabSz="457200" latinLnBrk="0">
      <a:defRPr sz="2200">
        <a:latin typeface="Lucida Grande"/>
        <a:ea typeface="Lucida Grande"/>
        <a:cs typeface="Lucida Grande"/>
        <a:sym typeface="Lucida Grande"/>
      </a:defRPr>
    </a:lvl4pPr>
    <a:lvl5pPr indent="914400" defTabSz="457200" latinLnBrk="0">
      <a:defRPr sz="2200">
        <a:latin typeface="Lucida Grande"/>
        <a:ea typeface="Lucida Grande"/>
        <a:cs typeface="Lucida Grande"/>
        <a:sym typeface="Lucida Grande"/>
      </a:defRPr>
    </a:lvl5pPr>
    <a:lvl6pPr indent="1143000" defTabSz="457200" latinLnBrk="0">
      <a:defRPr sz="2200">
        <a:latin typeface="Lucida Grande"/>
        <a:ea typeface="Lucida Grande"/>
        <a:cs typeface="Lucida Grande"/>
        <a:sym typeface="Lucida Grande"/>
      </a:defRPr>
    </a:lvl6pPr>
    <a:lvl7pPr indent="1371600" defTabSz="457200" latinLnBrk="0">
      <a:defRPr sz="2200">
        <a:latin typeface="Lucida Grande"/>
        <a:ea typeface="Lucida Grande"/>
        <a:cs typeface="Lucida Grande"/>
        <a:sym typeface="Lucida Grande"/>
      </a:defRPr>
    </a:lvl7pPr>
    <a:lvl8pPr indent="1600200" defTabSz="457200" latinLnBrk="0">
      <a:defRPr sz="2200">
        <a:latin typeface="Lucida Grande"/>
        <a:ea typeface="Lucida Grande"/>
        <a:cs typeface="Lucida Grande"/>
        <a:sym typeface="Lucida Grande"/>
      </a:defRPr>
    </a:lvl8pPr>
    <a:lvl9pPr indent="1828800" defTabSz="457200" latinLnBrk="0">
      <a:defRPr sz="2200">
        <a:latin typeface="Lucida Grande"/>
        <a:ea typeface="Lucida Grande"/>
        <a:cs typeface="Lucida Grande"/>
        <a:sym typeface="Lucida Grand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00087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07366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777608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atin typeface="Calibri"/>
                <a:ea typeface="Calibri"/>
                <a:cs typeface="Calibri"/>
              </a:rPr>
              <a:t>Credit limits will increase soon for start service as arrears over limit is around 18% of total errors. There were bugs with </a:t>
            </a:r>
            <a:r>
              <a:rPr lang="en-US" err="1">
                <a:latin typeface="Calibri"/>
                <a:ea typeface="Calibri"/>
                <a:cs typeface="Calibri"/>
              </a:rPr>
              <a:t>addres</a:t>
            </a:r>
            <a:r>
              <a:rPr lang="en-US">
                <a:latin typeface="Calibri"/>
                <a:ea typeface="Calibri"/>
                <a:cs typeface="Calibri"/>
              </a:rPr>
              <a:t> look up as we see the </a:t>
            </a:r>
            <a:r>
              <a:rPr lang="en-US" err="1">
                <a:latin typeface="Calibri"/>
                <a:ea typeface="Calibri"/>
                <a:cs typeface="Calibri"/>
              </a:rPr>
              <a:t>erros</a:t>
            </a:r>
            <a:r>
              <a:rPr lang="en-US">
                <a:latin typeface="Calibri"/>
                <a:ea typeface="Calibri"/>
                <a:cs typeface="Calibri"/>
              </a:rPr>
              <a:t> going up from May to October 2024.</a:t>
            </a:r>
          </a:p>
        </p:txBody>
      </p:sp>
    </p:spTree>
    <p:extLst>
      <p:ext uri="{BB962C8B-B14F-4D97-AF65-F5344CB8AC3E}">
        <p14:creationId xmlns:p14="http://schemas.microsoft.com/office/powerpoint/2010/main" val="2742337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a:latin typeface="Calibri"/>
                <a:ea typeface="Calibri"/>
                <a:cs typeface="Calibri"/>
              </a:rPr>
              <a:t>Account with 0 arrears are opportunity for dcx that are missed.   Majority of new customer who are 0-3 years seems to rely more on CSR channel. Missed opportunity is new customers 99k +78K with no arrears on the account. How do we get to them? 85k for residential and 27k for Non res, &gt;3k.  2k over 3k and 7k over 3 for non-res</a:t>
            </a:r>
            <a:endParaRPr lang="en-US">
              <a:solidFill>
                <a:srgbClr val="000000"/>
              </a:solidFill>
              <a:ea typeface="Calibri"/>
              <a:cs typeface="Calibri"/>
            </a:endParaRPr>
          </a:p>
        </p:txBody>
      </p:sp>
    </p:spTree>
    <p:extLst>
      <p:ext uri="{BB962C8B-B14F-4D97-AF65-F5344CB8AC3E}">
        <p14:creationId xmlns:p14="http://schemas.microsoft.com/office/powerpoint/2010/main" val="25408999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As a customer with 2 to 6 service accounts, I find the Account Focus feature frustrating because it directs me to a single bill payment view. I wish I could access the Pay Multiple Bills page directly, like customers with 7 or more accounts, to manage my payments more easily.</a:t>
            </a:r>
          </a:p>
        </p:txBody>
      </p:sp>
    </p:spTree>
    <p:extLst>
      <p:ext uri="{BB962C8B-B14F-4D97-AF65-F5344CB8AC3E}">
        <p14:creationId xmlns:p14="http://schemas.microsoft.com/office/powerpoint/2010/main" val="6095291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_Title">
    <p:bg>
      <p:bgPr>
        <a:solidFill>
          <a:srgbClr val="0078CF"/>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8CB11F9-FEA9-961D-EA49-2510FFA90B75}"/>
              </a:ext>
            </a:extLst>
          </p:cNvPr>
          <p:cNvGrpSpPr/>
          <p:nvPr userDrawn="1"/>
        </p:nvGrpSpPr>
        <p:grpSpPr>
          <a:xfrm>
            <a:off x="1146369" y="13073547"/>
            <a:ext cx="4045180" cy="262701"/>
            <a:chOff x="917769" y="11646129"/>
            <a:chExt cx="4045180" cy="262701"/>
          </a:xfrm>
        </p:grpSpPr>
        <p:pic>
          <p:nvPicPr>
            <p:cNvPr id="3" name="Picture 2" descr="A white letter on a black background&#10;&#10;Description automatically generated">
              <a:extLst>
                <a:ext uri="{FF2B5EF4-FFF2-40B4-BE49-F238E27FC236}">
                  <a16:creationId xmlns:a16="http://schemas.microsoft.com/office/drawing/2014/main" id="{9D297D34-301F-7B86-B2F3-22A30F53B2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544" y="11646129"/>
              <a:ext cx="798405" cy="262701"/>
            </a:xfrm>
            <a:prstGeom prst="rect">
              <a:avLst/>
            </a:prstGeom>
          </p:spPr>
        </p:pic>
        <p:pic>
          <p:nvPicPr>
            <p:cNvPr id="4" name="Group" descr="Group">
              <a:extLst>
                <a:ext uri="{FF2B5EF4-FFF2-40B4-BE49-F238E27FC236}">
                  <a16:creationId xmlns:a16="http://schemas.microsoft.com/office/drawing/2014/main" id="{8121AE96-6054-6540-06AD-729346E3B420}"/>
                </a:ext>
              </a:extLst>
            </p:cNvPr>
            <p:cNvPicPr>
              <a:picLocks noChangeAspect="1"/>
            </p:cNvPicPr>
            <p:nvPr userDrawn="1"/>
          </p:nvPicPr>
          <p:blipFill>
            <a:blip r:embed="rId3"/>
            <a:srcRect/>
            <a:stretch>
              <a:fillRect/>
            </a:stretch>
          </p:blipFill>
          <p:spPr>
            <a:xfrm>
              <a:off x="917769" y="11656859"/>
              <a:ext cx="1133346" cy="220989"/>
            </a:xfrm>
            <a:prstGeom prst="rect">
              <a:avLst/>
            </a:prstGeom>
            <a:ln w="12700" cap="flat">
              <a:noFill/>
              <a:miter lim="400000"/>
            </a:ln>
            <a:effectLst/>
          </p:spPr>
        </p:pic>
        <p:pic>
          <p:nvPicPr>
            <p:cNvPr id="5" name="Image" descr="Image">
              <a:extLst>
                <a:ext uri="{FF2B5EF4-FFF2-40B4-BE49-F238E27FC236}">
                  <a16:creationId xmlns:a16="http://schemas.microsoft.com/office/drawing/2014/main" id="{1498CC74-771D-8F29-8070-F26419ED9CB4}"/>
                </a:ext>
              </a:extLst>
            </p:cNvPr>
            <p:cNvPicPr>
              <a:picLocks noChangeAspect="1"/>
            </p:cNvPicPr>
            <p:nvPr userDrawn="1"/>
          </p:nvPicPr>
          <p:blipFill>
            <a:blip r:embed="rId4"/>
            <a:srcRect/>
            <a:stretch>
              <a:fillRect/>
            </a:stretch>
          </p:blipFill>
          <p:spPr>
            <a:xfrm>
              <a:off x="2283042" y="11656859"/>
              <a:ext cx="1662276" cy="226572"/>
            </a:xfrm>
            <a:prstGeom prst="rect">
              <a:avLst/>
            </a:prstGeom>
            <a:ln w="12700" cap="flat">
              <a:noFill/>
              <a:miter lim="400000"/>
            </a:ln>
            <a:effectLst/>
          </p:spPr>
        </p:pic>
      </p:grpSp>
      <p:sp>
        <p:nvSpPr>
          <p:cNvPr id="10" name="Text">
            <a:extLst>
              <a:ext uri="{FF2B5EF4-FFF2-40B4-BE49-F238E27FC236}">
                <a16:creationId xmlns:a16="http://schemas.microsoft.com/office/drawing/2014/main" id="{56C97E6A-86DA-E78A-EA26-A70302A6986B}"/>
              </a:ext>
            </a:extLst>
          </p:cNvPr>
          <p:cNvSpPr txBox="1"/>
          <p:nvPr userDrawn="1"/>
        </p:nvSpPr>
        <p:spPr>
          <a:xfrm>
            <a:off x="22732827" y="13063095"/>
            <a:ext cx="582458" cy="4227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a:spAutoFit/>
          </a:bodyPr>
          <a:lstStyle>
            <a:lvl1pPr marR="38100" algn="r" defTabSz="863600">
              <a:defRPr sz="2000" b="1">
                <a:uFill>
                  <a:solidFill>
                    <a:srgbClr val="3A88FE"/>
                  </a:solidFill>
                </a:uFill>
              </a:defRPr>
            </a:lvl1pPr>
          </a:lstStyle>
          <a:p>
            <a:fld id="{86CB4B4D-7CA3-9044-876B-883B54F8677D}" type="slidenum">
              <a:rPr>
                <a:solidFill>
                  <a:schemeClr val="bg1"/>
                </a:solidFill>
              </a:rPr>
              <a:t>‹#›</a:t>
            </a:fld>
            <a:endParaRPr>
              <a:solidFill>
                <a:schemeClr val="bg1"/>
              </a:solidFill>
            </a:endParaRPr>
          </a:p>
        </p:txBody>
      </p:sp>
      <p:sp>
        <p:nvSpPr>
          <p:cNvPr id="11" name="Text Placeholder 5">
            <a:extLst>
              <a:ext uri="{FF2B5EF4-FFF2-40B4-BE49-F238E27FC236}">
                <a16:creationId xmlns:a16="http://schemas.microsoft.com/office/drawing/2014/main" id="{71750393-FC96-71B7-BD51-54654FC17028}"/>
              </a:ext>
            </a:extLst>
          </p:cNvPr>
          <p:cNvSpPr>
            <a:spLocks noGrp="1"/>
          </p:cNvSpPr>
          <p:nvPr>
            <p:ph type="body" sz="quarter" idx="10" hasCustomPrompt="1"/>
          </p:nvPr>
        </p:nvSpPr>
        <p:spPr>
          <a:xfrm>
            <a:off x="1140035" y="5915818"/>
            <a:ext cx="1392150" cy="1884363"/>
          </a:xfrm>
        </p:spPr>
        <p:txBody>
          <a:bodyPr anchor="t">
            <a:normAutofit/>
          </a:bodyPr>
          <a:lstStyle>
            <a:lvl1pPr marL="0" indent="0">
              <a:buNone/>
              <a:defRPr sz="6400" b="1" i="0">
                <a:latin typeface="Lexend" pitchFamily="2" charset="77"/>
              </a:defRPr>
            </a:lvl1pPr>
          </a:lstStyle>
          <a:p>
            <a:pPr lvl="0"/>
            <a:r>
              <a:rPr lang="en-US"/>
              <a:t>01</a:t>
            </a:r>
          </a:p>
        </p:txBody>
      </p:sp>
      <p:sp>
        <p:nvSpPr>
          <p:cNvPr id="12" name="Text Placeholder 5">
            <a:extLst>
              <a:ext uri="{FF2B5EF4-FFF2-40B4-BE49-F238E27FC236}">
                <a16:creationId xmlns:a16="http://schemas.microsoft.com/office/drawing/2014/main" id="{4ECE8757-E45B-694B-B8E9-57E354A66FE2}"/>
              </a:ext>
            </a:extLst>
          </p:cNvPr>
          <p:cNvSpPr>
            <a:spLocks noGrp="1"/>
          </p:cNvSpPr>
          <p:nvPr>
            <p:ph type="body" sz="quarter" idx="11" hasCustomPrompt="1"/>
          </p:nvPr>
        </p:nvSpPr>
        <p:spPr>
          <a:xfrm>
            <a:off x="2532185" y="5915818"/>
            <a:ext cx="17049750" cy="1884363"/>
          </a:xfrm>
        </p:spPr>
        <p:txBody>
          <a:bodyPr anchor="t">
            <a:normAutofit/>
          </a:bodyPr>
          <a:lstStyle>
            <a:lvl1pPr marL="0" indent="0">
              <a:buNone/>
              <a:defRPr sz="6400" b="1" i="0">
                <a:solidFill>
                  <a:schemeClr val="bg1"/>
                </a:solidFill>
                <a:latin typeface="Lexend" pitchFamily="2" charset="77"/>
              </a:defRPr>
            </a:lvl1pPr>
          </a:lstStyle>
          <a:p>
            <a:pPr lvl="0"/>
            <a:r>
              <a:rPr lang="en-US"/>
              <a:t>Chapter Title</a:t>
            </a:r>
          </a:p>
        </p:txBody>
      </p:sp>
    </p:spTree>
    <p:extLst>
      <p:ext uri="{BB962C8B-B14F-4D97-AF65-F5344CB8AC3E}">
        <p14:creationId xmlns:p14="http://schemas.microsoft.com/office/powerpoint/2010/main" val="1324120751"/>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rgbClr val="FF8E2C"/>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D33FF72-7CD1-6D6A-657E-0FCE8DB0CFAA}"/>
              </a:ext>
            </a:extLst>
          </p:cNvPr>
          <p:cNvSpPr>
            <a:spLocks noGrp="1"/>
          </p:cNvSpPr>
          <p:nvPr>
            <p:ph type="body" sz="quarter" idx="10" hasCustomPrompt="1"/>
          </p:nvPr>
        </p:nvSpPr>
        <p:spPr>
          <a:xfrm>
            <a:off x="1140035" y="5915818"/>
            <a:ext cx="1392150" cy="1884363"/>
          </a:xfrm>
        </p:spPr>
        <p:txBody>
          <a:bodyPr anchor="t">
            <a:normAutofit/>
          </a:bodyPr>
          <a:lstStyle>
            <a:lvl1pPr marL="0" indent="0">
              <a:buNone/>
              <a:defRPr sz="6400" b="1" i="0">
                <a:latin typeface="Lexend" pitchFamily="2" charset="77"/>
              </a:defRPr>
            </a:lvl1pPr>
          </a:lstStyle>
          <a:p>
            <a:pPr lvl="0"/>
            <a:r>
              <a:rPr lang="en-US"/>
              <a:t>01</a:t>
            </a:r>
          </a:p>
        </p:txBody>
      </p:sp>
      <p:sp>
        <p:nvSpPr>
          <p:cNvPr id="7" name="Text Placeholder 5">
            <a:extLst>
              <a:ext uri="{FF2B5EF4-FFF2-40B4-BE49-F238E27FC236}">
                <a16:creationId xmlns:a16="http://schemas.microsoft.com/office/drawing/2014/main" id="{ECCC55EE-E957-483B-FF03-F6A322446920}"/>
              </a:ext>
            </a:extLst>
          </p:cNvPr>
          <p:cNvSpPr>
            <a:spLocks noGrp="1"/>
          </p:cNvSpPr>
          <p:nvPr>
            <p:ph type="body" sz="quarter" idx="11" hasCustomPrompt="1"/>
          </p:nvPr>
        </p:nvSpPr>
        <p:spPr>
          <a:xfrm>
            <a:off x="2532185" y="5915818"/>
            <a:ext cx="17049750" cy="1884363"/>
          </a:xfrm>
        </p:spPr>
        <p:txBody>
          <a:bodyPr anchor="t">
            <a:normAutofit/>
          </a:bodyPr>
          <a:lstStyle>
            <a:lvl1pPr marL="0" indent="0">
              <a:buNone/>
              <a:defRPr sz="6400" b="1" i="0">
                <a:solidFill>
                  <a:srgbClr val="004557"/>
                </a:solidFill>
                <a:latin typeface="Lexend" pitchFamily="2" charset="77"/>
              </a:defRPr>
            </a:lvl1pPr>
          </a:lstStyle>
          <a:p>
            <a:pPr lvl="0"/>
            <a:r>
              <a:rPr lang="en-US"/>
              <a:t>Chapter Title</a:t>
            </a:r>
          </a:p>
        </p:txBody>
      </p:sp>
    </p:spTree>
    <p:extLst>
      <p:ext uri="{BB962C8B-B14F-4D97-AF65-F5344CB8AC3E}">
        <p14:creationId xmlns:p14="http://schemas.microsoft.com/office/powerpoint/2010/main" val="3023129171"/>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bg>
      <p:bgPr>
        <a:solidFill>
          <a:schemeClr val="bg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791ECEE-8BE9-023F-0E19-9DAE3C949518}"/>
              </a:ext>
            </a:extLst>
          </p:cNvPr>
          <p:cNvSpPr>
            <a:spLocks noGrp="1"/>
          </p:cNvSpPr>
          <p:nvPr>
            <p:ph type="pic" sz="quarter" idx="10"/>
          </p:nvPr>
        </p:nvSpPr>
        <p:spPr>
          <a:xfrm>
            <a:off x="3659326" y="3169480"/>
            <a:ext cx="2893694" cy="2893694"/>
          </a:xfrm>
          <a:custGeom>
            <a:avLst/>
            <a:gdLst>
              <a:gd name="connsiteX0" fmla="*/ 1596683 w 3193366"/>
              <a:gd name="connsiteY0" fmla="*/ 0 h 3193366"/>
              <a:gd name="connsiteX1" fmla="*/ 3193366 w 3193366"/>
              <a:gd name="connsiteY1" fmla="*/ 1596683 h 3193366"/>
              <a:gd name="connsiteX2" fmla="*/ 1596683 w 3193366"/>
              <a:gd name="connsiteY2" fmla="*/ 3193366 h 3193366"/>
              <a:gd name="connsiteX3" fmla="*/ 0 w 3193366"/>
              <a:gd name="connsiteY3" fmla="*/ 1596683 h 3193366"/>
              <a:gd name="connsiteX4" fmla="*/ 1596683 w 3193366"/>
              <a:gd name="connsiteY4" fmla="*/ 0 h 319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3366" h="3193366">
                <a:moveTo>
                  <a:pt x="1596683" y="0"/>
                </a:moveTo>
                <a:cubicBezTo>
                  <a:pt x="2478507" y="0"/>
                  <a:pt x="3193366" y="714859"/>
                  <a:pt x="3193366" y="1596683"/>
                </a:cubicBezTo>
                <a:cubicBezTo>
                  <a:pt x="3193366" y="2478507"/>
                  <a:pt x="2478507" y="3193366"/>
                  <a:pt x="1596683" y="3193366"/>
                </a:cubicBezTo>
                <a:cubicBezTo>
                  <a:pt x="714859" y="3193366"/>
                  <a:pt x="0" y="2478507"/>
                  <a:pt x="0" y="1596683"/>
                </a:cubicBezTo>
                <a:cubicBezTo>
                  <a:pt x="0" y="714859"/>
                  <a:pt x="714859" y="0"/>
                  <a:pt x="1596683" y="0"/>
                </a:cubicBezTo>
                <a:close/>
              </a:path>
            </a:pathLst>
          </a:custGeom>
          <a:ln w="57150">
            <a:solidFill>
              <a:srgbClr val="0078CF"/>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a:noAutofit/>
          </a:bodyPr>
          <a:lstStyle/>
          <a:p>
            <a:endParaRPr lang="en-US"/>
          </a:p>
        </p:txBody>
      </p:sp>
      <p:sp>
        <p:nvSpPr>
          <p:cNvPr id="23" name="Text Placeholder 22">
            <a:extLst>
              <a:ext uri="{FF2B5EF4-FFF2-40B4-BE49-F238E27FC236}">
                <a16:creationId xmlns:a16="http://schemas.microsoft.com/office/drawing/2014/main" id="{9778DF14-3A1C-B0F8-0818-CFA107FF46B0}"/>
              </a:ext>
            </a:extLst>
          </p:cNvPr>
          <p:cNvSpPr>
            <a:spLocks noGrp="1"/>
          </p:cNvSpPr>
          <p:nvPr>
            <p:ph type="body" sz="quarter" idx="18" hasCustomPrompt="1"/>
          </p:nvPr>
        </p:nvSpPr>
        <p:spPr>
          <a:xfrm>
            <a:off x="3011421" y="6307014"/>
            <a:ext cx="4199816" cy="332935"/>
          </a:xfrm>
        </p:spPr>
        <p:txBody>
          <a:bodyPr anchor="t">
            <a:noAutofit/>
          </a:bodyPr>
          <a:lstStyle>
            <a:lvl1pPr marL="0" indent="0" algn="ctr">
              <a:lnSpc>
                <a:spcPct val="90000"/>
              </a:lnSpc>
              <a:buNone/>
              <a:defRPr sz="2600" b="1" i="0">
                <a:solidFill>
                  <a:srgbClr val="0078CF"/>
                </a:solidFill>
                <a:latin typeface="Lexend" pitchFamily="2" charset="77"/>
              </a:defRPr>
            </a:lvl1pPr>
          </a:lstStyle>
          <a:p>
            <a:pPr lvl="0"/>
            <a:r>
              <a:rPr lang="en-US"/>
              <a:t>Mike Rokicki</a:t>
            </a:r>
          </a:p>
        </p:txBody>
      </p:sp>
      <p:sp>
        <p:nvSpPr>
          <p:cNvPr id="25" name="Text Placeholder 22">
            <a:extLst>
              <a:ext uri="{FF2B5EF4-FFF2-40B4-BE49-F238E27FC236}">
                <a16:creationId xmlns:a16="http://schemas.microsoft.com/office/drawing/2014/main" id="{3558743E-77A7-B92D-A929-47162A632A9C}"/>
              </a:ext>
            </a:extLst>
          </p:cNvPr>
          <p:cNvSpPr>
            <a:spLocks noGrp="1"/>
          </p:cNvSpPr>
          <p:nvPr>
            <p:ph type="body" sz="quarter" idx="19" hasCustomPrompt="1"/>
          </p:nvPr>
        </p:nvSpPr>
        <p:spPr>
          <a:xfrm>
            <a:off x="3011421" y="6750147"/>
            <a:ext cx="4199816" cy="332935"/>
          </a:xfrm>
        </p:spPr>
        <p:txBody>
          <a:bodyPr anchor="t">
            <a:normAutofit/>
          </a:bodyPr>
          <a:lstStyle>
            <a:lvl1pPr marL="0" indent="0" algn="ctr">
              <a:lnSpc>
                <a:spcPct val="90000"/>
              </a:lnSpc>
              <a:buNone/>
              <a:defRPr sz="20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Group Account Director</a:t>
            </a:r>
          </a:p>
        </p:txBody>
      </p:sp>
      <p:sp>
        <p:nvSpPr>
          <p:cNvPr id="28" name="Picture Placeholder 27">
            <a:extLst>
              <a:ext uri="{FF2B5EF4-FFF2-40B4-BE49-F238E27FC236}">
                <a16:creationId xmlns:a16="http://schemas.microsoft.com/office/drawing/2014/main" id="{632260EE-1664-3D9E-5631-59AA3A309643}"/>
              </a:ext>
            </a:extLst>
          </p:cNvPr>
          <p:cNvSpPr>
            <a:spLocks noGrp="1"/>
          </p:cNvSpPr>
          <p:nvPr>
            <p:ph type="pic" sz="quarter" idx="20"/>
          </p:nvPr>
        </p:nvSpPr>
        <p:spPr>
          <a:xfrm>
            <a:off x="8379371" y="3169480"/>
            <a:ext cx="2893694" cy="2893694"/>
          </a:xfrm>
          <a:custGeom>
            <a:avLst/>
            <a:gdLst>
              <a:gd name="connsiteX0" fmla="*/ 1596683 w 3193366"/>
              <a:gd name="connsiteY0" fmla="*/ 0 h 3193366"/>
              <a:gd name="connsiteX1" fmla="*/ 3193366 w 3193366"/>
              <a:gd name="connsiteY1" fmla="*/ 1596683 h 3193366"/>
              <a:gd name="connsiteX2" fmla="*/ 1596683 w 3193366"/>
              <a:gd name="connsiteY2" fmla="*/ 3193366 h 3193366"/>
              <a:gd name="connsiteX3" fmla="*/ 0 w 3193366"/>
              <a:gd name="connsiteY3" fmla="*/ 1596683 h 3193366"/>
              <a:gd name="connsiteX4" fmla="*/ 1596683 w 3193366"/>
              <a:gd name="connsiteY4" fmla="*/ 0 h 319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3366" h="3193366">
                <a:moveTo>
                  <a:pt x="1596683" y="0"/>
                </a:moveTo>
                <a:cubicBezTo>
                  <a:pt x="2478507" y="0"/>
                  <a:pt x="3193366" y="714859"/>
                  <a:pt x="3193366" y="1596683"/>
                </a:cubicBezTo>
                <a:cubicBezTo>
                  <a:pt x="3193366" y="2478507"/>
                  <a:pt x="2478507" y="3193366"/>
                  <a:pt x="1596683" y="3193366"/>
                </a:cubicBezTo>
                <a:cubicBezTo>
                  <a:pt x="714859" y="3193366"/>
                  <a:pt x="0" y="2478507"/>
                  <a:pt x="0" y="1596683"/>
                </a:cubicBezTo>
                <a:cubicBezTo>
                  <a:pt x="0" y="714859"/>
                  <a:pt x="714859" y="0"/>
                  <a:pt x="1596683" y="0"/>
                </a:cubicBezTo>
                <a:close/>
              </a:path>
            </a:pathLst>
          </a:custGeom>
          <a:ln w="57150">
            <a:solidFill>
              <a:srgbClr val="0078CF"/>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a:noAutofit/>
          </a:bodyPr>
          <a:lstStyle/>
          <a:p>
            <a:endParaRPr lang="en-US"/>
          </a:p>
        </p:txBody>
      </p:sp>
      <p:sp>
        <p:nvSpPr>
          <p:cNvPr id="29" name="Text Placeholder 22">
            <a:extLst>
              <a:ext uri="{FF2B5EF4-FFF2-40B4-BE49-F238E27FC236}">
                <a16:creationId xmlns:a16="http://schemas.microsoft.com/office/drawing/2014/main" id="{266EDD77-0B7B-3635-A07A-D8A4BE44A71C}"/>
              </a:ext>
            </a:extLst>
          </p:cNvPr>
          <p:cNvSpPr>
            <a:spLocks noGrp="1"/>
          </p:cNvSpPr>
          <p:nvPr>
            <p:ph type="body" sz="quarter" idx="21" hasCustomPrompt="1"/>
          </p:nvPr>
        </p:nvSpPr>
        <p:spPr>
          <a:xfrm>
            <a:off x="7731466" y="6307014"/>
            <a:ext cx="4199816" cy="332935"/>
          </a:xfrm>
        </p:spPr>
        <p:txBody>
          <a:bodyPr anchor="t">
            <a:noAutofit/>
          </a:bodyPr>
          <a:lstStyle>
            <a:lvl1pPr marL="0" indent="0" algn="ctr">
              <a:lnSpc>
                <a:spcPct val="90000"/>
              </a:lnSpc>
              <a:buNone/>
              <a:defRPr sz="2600" b="1" i="0">
                <a:solidFill>
                  <a:srgbClr val="0078CF"/>
                </a:solidFill>
                <a:latin typeface="Lexend" pitchFamily="2" charset="77"/>
              </a:defRPr>
            </a:lvl1pPr>
          </a:lstStyle>
          <a:p>
            <a:pPr lvl="0"/>
            <a:r>
              <a:rPr lang="en-US"/>
              <a:t>Mike Rokicki</a:t>
            </a:r>
          </a:p>
        </p:txBody>
      </p:sp>
      <p:sp>
        <p:nvSpPr>
          <p:cNvPr id="30" name="Text Placeholder 22">
            <a:extLst>
              <a:ext uri="{FF2B5EF4-FFF2-40B4-BE49-F238E27FC236}">
                <a16:creationId xmlns:a16="http://schemas.microsoft.com/office/drawing/2014/main" id="{AB62E765-3FF4-AF80-7154-6C9B3C8ADD2A}"/>
              </a:ext>
            </a:extLst>
          </p:cNvPr>
          <p:cNvSpPr>
            <a:spLocks noGrp="1"/>
          </p:cNvSpPr>
          <p:nvPr>
            <p:ph type="body" sz="quarter" idx="22" hasCustomPrompt="1"/>
          </p:nvPr>
        </p:nvSpPr>
        <p:spPr>
          <a:xfrm>
            <a:off x="7731466" y="6750147"/>
            <a:ext cx="4199816" cy="332935"/>
          </a:xfrm>
        </p:spPr>
        <p:txBody>
          <a:bodyPr anchor="t">
            <a:normAutofit/>
          </a:bodyPr>
          <a:lstStyle>
            <a:lvl1pPr marL="0" indent="0" algn="ctr">
              <a:lnSpc>
                <a:spcPct val="90000"/>
              </a:lnSpc>
              <a:buNone/>
              <a:defRPr sz="20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Group Account Director</a:t>
            </a:r>
          </a:p>
        </p:txBody>
      </p:sp>
      <p:sp>
        <p:nvSpPr>
          <p:cNvPr id="31" name="Picture Placeholder 30">
            <a:extLst>
              <a:ext uri="{FF2B5EF4-FFF2-40B4-BE49-F238E27FC236}">
                <a16:creationId xmlns:a16="http://schemas.microsoft.com/office/drawing/2014/main" id="{C2F87C80-DF8C-CF7C-CCD9-4E07C1B3BDB2}"/>
              </a:ext>
            </a:extLst>
          </p:cNvPr>
          <p:cNvSpPr>
            <a:spLocks noGrp="1"/>
          </p:cNvSpPr>
          <p:nvPr>
            <p:ph type="pic" sz="quarter" idx="23"/>
          </p:nvPr>
        </p:nvSpPr>
        <p:spPr>
          <a:xfrm>
            <a:off x="13099416" y="3169480"/>
            <a:ext cx="2893694" cy="2893694"/>
          </a:xfrm>
          <a:custGeom>
            <a:avLst/>
            <a:gdLst>
              <a:gd name="connsiteX0" fmla="*/ 1596683 w 3193366"/>
              <a:gd name="connsiteY0" fmla="*/ 0 h 3193366"/>
              <a:gd name="connsiteX1" fmla="*/ 3193366 w 3193366"/>
              <a:gd name="connsiteY1" fmla="*/ 1596683 h 3193366"/>
              <a:gd name="connsiteX2" fmla="*/ 1596683 w 3193366"/>
              <a:gd name="connsiteY2" fmla="*/ 3193366 h 3193366"/>
              <a:gd name="connsiteX3" fmla="*/ 0 w 3193366"/>
              <a:gd name="connsiteY3" fmla="*/ 1596683 h 3193366"/>
              <a:gd name="connsiteX4" fmla="*/ 1596683 w 3193366"/>
              <a:gd name="connsiteY4" fmla="*/ 0 h 319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3366" h="3193366">
                <a:moveTo>
                  <a:pt x="1596683" y="0"/>
                </a:moveTo>
                <a:cubicBezTo>
                  <a:pt x="2478507" y="0"/>
                  <a:pt x="3193366" y="714859"/>
                  <a:pt x="3193366" y="1596683"/>
                </a:cubicBezTo>
                <a:cubicBezTo>
                  <a:pt x="3193366" y="2478507"/>
                  <a:pt x="2478507" y="3193366"/>
                  <a:pt x="1596683" y="3193366"/>
                </a:cubicBezTo>
                <a:cubicBezTo>
                  <a:pt x="714859" y="3193366"/>
                  <a:pt x="0" y="2478507"/>
                  <a:pt x="0" y="1596683"/>
                </a:cubicBezTo>
                <a:cubicBezTo>
                  <a:pt x="0" y="714859"/>
                  <a:pt x="714859" y="0"/>
                  <a:pt x="1596683" y="0"/>
                </a:cubicBezTo>
                <a:close/>
              </a:path>
            </a:pathLst>
          </a:custGeom>
          <a:ln w="57150">
            <a:solidFill>
              <a:srgbClr val="0078CF"/>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a:noAutofit/>
          </a:bodyPr>
          <a:lstStyle/>
          <a:p>
            <a:endParaRPr lang="en-US"/>
          </a:p>
        </p:txBody>
      </p:sp>
      <p:sp>
        <p:nvSpPr>
          <p:cNvPr id="32" name="Text Placeholder 22">
            <a:extLst>
              <a:ext uri="{FF2B5EF4-FFF2-40B4-BE49-F238E27FC236}">
                <a16:creationId xmlns:a16="http://schemas.microsoft.com/office/drawing/2014/main" id="{FFF362FE-238B-A2CA-88C9-CAA8DF02F065}"/>
              </a:ext>
            </a:extLst>
          </p:cNvPr>
          <p:cNvSpPr>
            <a:spLocks noGrp="1"/>
          </p:cNvSpPr>
          <p:nvPr>
            <p:ph type="body" sz="quarter" idx="24" hasCustomPrompt="1"/>
          </p:nvPr>
        </p:nvSpPr>
        <p:spPr>
          <a:xfrm>
            <a:off x="12451511" y="6307014"/>
            <a:ext cx="4199816" cy="332935"/>
          </a:xfrm>
        </p:spPr>
        <p:txBody>
          <a:bodyPr anchor="t">
            <a:noAutofit/>
          </a:bodyPr>
          <a:lstStyle>
            <a:lvl1pPr marL="0" indent="0" algn="ctr">
              <a:lnSpc>
                <a:spcPct val="90000"/>
              </a:lnSpc>
              <a:buNone/>
              <a:defRPr sz="2600" b="1" i="0">
                <a:solidFill>
                  <a:srgbClr val="0078CF"/>
                </a:solidFill>
                <a:latin typeface="Lexend" pitchFamily="2" charset="77"/>
              </a:defRPr>
            </a:lvl1pPr>
          </a:lstStyle>
          <a:p>
            <a:pPr lvl="0"/>
            <a:r>
              <a:rPr lang="en-US"/>
              <a:t>Mike Rokicki</a:t>
            </a:r>
          </a:p>
        </p:txBody>
      </p:sp>
      <p:sp>
        <p:nvSpPr>
          <p:cNvPr id="33" name="Text Placeholder 22">
            <a:extLst>
              <a:ext uri="{FF2B5EF4-FFF2-40B4-BE49-F238E27FC236}">
                <a16:creationId xmlns:a16="http://schemas.microsoft.com/office/drawing/2014/main" id="{3C0F49CD-356A-E507-1624-C6FFBC6E1A5A}"/>
              </a:ext>
            </a:extLst>
          </p:cNvPr>
          <p:cNvSpPr>
            <a:spLocks noGrp="1"/>
          </p:cNvSpPr>
          <p:nvPr>
            <p:ph type="body" sz="quarter" idx="25" hasCustomPrompt="1"/>
          </p:nvPr>
        </p:nvSpPr>
        <p:spPr>
          <a:xfrm>
            <a:off x="12451511" y="6750147"/>
            <a:ext cx="4199816" cy="332935"/>
          </a:xfrm>
        </p:spPr>
        <p:txBody>
          <a:bodyPr anchor="t">
            <a:normAutofit/>
          </a:bodyPr>
          <a:lstStyle>
            <a:lvl1pPr marL="0" indent="0" algn="ctr">
              <a:lnSpc>
                <a:spcPct val="90000"/>
              </a:lnSpc>
              <a:buNone/>
              <a:defRPr sz="20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Group Account Director</a:t>
            </a:r>
          </a:p>
        </p:txBody>
      </p:sp>
      <p:sp>
        <p:nvSpPr>
          <p:cNvPr id="34" name="Picture Placeholder 33">
            <a:extLst>
              <a:ext uri="{FF2B5EF4-FFF2-40B4-BE49-F238E27FC236}">
                <a16:creationId xmlns:a16="http://schemas.microsoft.com/office/drawing/2014/main" id="{AB32022B-9543-B5FE-9B2F-8F37CB00D809}"/>
              </a:ext>
            </a:extLst>
          </p:cNvPr>
          <p:cNvSpPr>
            <a:spLocks noGrp="1"/>
          </p:cNvSpPr>
          <p:nvPr>
            <p:ph type="pic" sz="quarter" idx="26"/>
          </p:nvPr>
        </p:nvSpPr>
        <p:spPr>
          <a:xfrm>
            <a:off x="17819461" y="3169480"/>
            <a:ext cx="2893694" cy="2893694"/>
          </a:xfrm>
          <a:custGeom>
            <a:avLst/>
            <a:gdLst>
              <a:gd name="connsiteX0" fmla="*/ 1596683 w 3193366"/>
              <a:gd name="connsiteY0" fmla="*/ 0 h 3193366"/>
              <a:gd name="connsiteX1" fmla="*/ 3193366 w 3193366"/>
              <a:gd name="connsiteY1" fmla="*/ 1596683 h 3193366"/>
              <a:gd name="connsiteX2" fmla="*/ 1596683 w 3193366"/>
              <a:gd name="connsiteY2" fmla="*/ 3193366 h 3193366"/>
              <a:gd name="connsiteX3" fmla="*/ 0 w 3193366"/>
              <a:gd name="connsiteY3" fmla="*/ 1596683 h 3193366"/>
              <a:gd name="connsiteX4" fmla="*/ 1596683 w 3193366"/>
              <a:gd name="connsiteY4" fmla="*/ 0 h 319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3366" h="3193366">
                <a:moveTo>
                  <a:pt x="1596683" y="0"/>
                </a:moveTo>
                <a:cubicBezTo>
                  <a:pt x="2478507" y="0"/>
                  <a:pt x="3193366" y="714859"/>
                  <a:pt x="3193366" y="1596683"/>
                </a:cubicBezTo>
                <a:cubicBezTo>
                  <a:pt x="3193366" y="2478507"/>
                  <a:pt x="2478507" y="3193366"/>
                  <a:pt x="1596683" y="3193366"/>
                </a:cubicBezTo>
                <a:cubicBezTo>
                  <a:pt x="714859" y="3193366"/>
                  <a:pt x="0" y="2478507"/>
                  <a:pt x="0" y="1596683"/>
                </a:cubicBezTo>
                <a:cubicBezTo>
                  <a:pt x="0" y="714859"/>
                  <a:pt x="714859" y="0"/>
                  <a:pt x="1596683" y="0"/>
                </a:cubicBezTo>
                <a:close/>
              </a:path>
            </a:pathLst>
          </a:custGeom>
          <a:ln w="57150">
            <a:solidFill>
              <a:srgbClr val="0078CF"/>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a:noAutofit/>
          </a:bodyPr>
          <a:lstStyle/>
          <a:p>
            <a:endParaRPr lang="en-US"/>
          </a:p>
        </p:txBody>
      </p:sp>
      <p:sp>
        <p:nvSpPr>
          <p:cNvPr id="35" name="Text Placeholder 22">
            <a:extLst>
              <a:ext uri="{FF2B5EF4-FFF2-40B4-BE49-F238E27FC236}">
                <a16:creationId xmlns:a16="http://schemas.microsoft.com/office/drawing/2014/main" id="{899BAE01-1217-0732-3183-543EFE992F05}"/>
              </a:ext>
            </a:extLst>
          </p:cNvPr>
          <p:cNvSpPr>
            <a:spLocks noGrp="1"/>
          </p:cNvSpPr>
          <p:nvPr>
            <p:ph type="body" sz="quarter" idx="27" hasCustomPrompt="1"/>
          </p:nvPr>
        </p:nvSpPr>
        <p:spPr>
          <a:xfrm>
            <a:off x="17171556" y="6307014"/>
            <a:ext cx="4199816" cy="332935"/>
          </a:xfrm>
        </p:spPr>
        <p:txBody>
          <a:bodyPr anchor="t">
            <a:noAutofit/>
          </a:bodyPr>
          <a:lstStyle>
            <a:lvl1pPr marL="0" indent="0" algn="ctr">
              <a:lnSpc>
                <a:spcPct val="90000"/>
              </a:lnSpc>
              <a:buNone/>
              <a:defRPr sz="2600" b="1" i="0">
                <a:solidFill>
                  <a:srgbClr val="0078CF"/>
                </a:solidFill>
                <a:latin typeface="Lexend" pitchFamily="2" charset="77"/>
              </a:defRPr>
            </a:lvl1pPr>
          </a:lstStyle>
          <a:p>
            <a:pPr lvl="0"/>
            <a:r>
              <a:rPr lang="en-US"/>
              <a:t>Mike Rokicki</a:t>
            </a:r>
          </a:p>
        </p:txBody>
      </p:sp>
      <p:sp>
        <p:nvSpPr>
          <p:cNvPr id="36" name="Text Placeholder 22">
            <a:extLst>
              <a:ext uri="{FF2B5EF4-FFF2-40B4-BE49-F238E27FC236}">
                <a16:creationId xmlns:a16="http://schemas.microsoft.com/office/drawing/2014/main" id="{2C22FDBB-995C-0A2F-786D-070CA7FEB60B}"/>
              </a:ext>
            </a:extLst>
          </p:cNvPr>
          <p:cNvSpPr>
            <a:spLocks noGrp="1"/>
          </p:cNvSpPr>
          <p:nvPr>
            <p:ph type="body" sz="quarter" idx="28" hasCustomPrompt="1"/>
          </p:nvPr>
        </p:nvSpPr>
        <p:spPr>
          <a:xfrm>
            <a:off x="17171556" y="6750147"/>
            <a:ext cx="4199816" cy="332935"/>
          </a:xfrm>
        </p:spPr>
        <p:txBody>
          <a:bodyPr anchor="t">
            <a:normAutofit/>
          </a:bodyPr>
          <a:lstStyle>
            <a:lvl1pPr marL="0" indent="0" algn="ctr">
              <a:lnSpc>
                <a:spcPct val="90000"/>
              </a:lnSpc>
              <a:buNone/>
              <a:defRPr sz="20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Group Account Director</a:t>
            </a:r>
          </a:p>
        </p:txBody>
      </p:sp>
      <p:sp>
        <p:nvSpPr>
          <p:cNvPr id="37" name="Picture Placeholder 36">
            <a:extLst>
              <a:ext uri="{FF2B5EF4-FFF2-40B4-BE49-F238E27FC236}">
                <a16:creationId xmlns:a16="http://schemas.microsoft.com/office/drawing/2014/main" id="{1330E0C4-3EB6-FCC2-26E6-32B59D05F65D}"/>
              </a:ext>
            </a:extLst>
          </p:cNvPr>
          <p:cNvSpPr>
            <a:spLocks noGrp="1"/>
          </p:cNvSpPr>
          <p:nvPr>
            <p:ph type="pic" sz="quarter" idx="29"/>
          </p:nvPr>
        </p:nvSpPr>
        <p:spPr>
          <a:xfrm>
            <a:off x="3659326" y="7825886"/>
            <a:ext cx="2893694" cy="2893694"/>
          </a:xfrm>
          <a:custGeom>
            <a:avLst/>
            <a:gdLst>
              <a:gd name="connsiteX0" fmla="*/ 1596683 w 3193366"/>
              <a:gd name="connsiteY0" fmla="*/ 0 h 3193366"/>
              <a:gd name="connsiteX1" fmla="*/ 3193366 w 3193366"/>
              <a:gd name="connsiteY1" fmla="*/ 1596683 h 3193366"/>
              <a:gd name="connsiteX2" fmla="*/ 1596683 w 3193366"/>
              <a:gd name="connsiteY2" fmla="*/ 3193366 h 3193366"/>
              <a:gd name="connsiteX3" fmla="*/ 0 w 3193366"/>
              <a:gd name="connsiteY3" fmla="*/ 1596683 h 3193366"/>
              <a:gd name="connsiteX4" fmla="*/ 1596683 w 3193366"/>
              <a:gd name="connsiteY4" fmla="*/ 0 h 319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3366" h="3193366">
                <a:moveTo>
                  <a:pt x="1596683" y="0"/>
                </a:moveTo>
                <a:cubicBezTo>
                  <a:pt x="2478507" y="0"/>
                  <a:pt x="3193366" y="714859"/>
                  <a:pt x="3193366" y="1596683"/>
                </a:cubicBezTo>
                <a:cubicBezTo>
                  <a:pt x="3193366" y="2478507"/>
                  <a:pt x="2478507" y="3193366"/>
                  <a:pt x="1596683" y="3193366"/>
                </a:cubicBezTo>
                <a:cubicBezTo>
                  <a:pt x="714859" y="3193366"/>
                  <a:pt x="0" y="2478507"/>
                  <a:pt x="0" y="1596683"/>
                </a:cubicBezTo>
                <a:cubicBezTo>
                  <a:pt x="0" y="714859"/>
                  <a:pt x="714859" y="0"/>
                  <a:pt x="1596683" y="0"/>
                </a:cubicBezTo>
                <a:close/>
              </a:path>
            </a:pathLst>
          </a:custGeom>
          <a:ln w="57150">
            <a:solidFill>
              <a:srgbClr val="0078CF"/>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a:noAutofit/>
          </a:bodyPr>
          <a:lstStyle/>
          <a:p>
            <a:endParaRPr lang="en-US"/>
          </a:p>
        </p:txBody>
      </p:sp>
      <p:sp>
        <p:nvSpPr>
          <p:cNvPr id="38" name="Text Placeholder 22">
            <a:extLst>
              <a:ext uri="{FF2B5EF4-FFF2-40B4-BE49-F238E27FC236}">
                <a16:creationId xmlns:a16="http://schemas.microsoft.com/office/drawing/2014/main" id="{181EBDBE-0A99-30F2-7572-8CABA5A925DA}"/>
              </a:ext>
            </a:extLst>
          </p:cNvPr>
          <p:cNvSpPr>
            <a:spLocks noGrp="1"/>
          </p:cNvSpPr>
          <p:nvPr>
            <p:ph type="body" sz="quarter" idx="30" hasCustomPrompt="1"/>
          </p:nvPr>
        </p:nvSpPr>
        <p:spPr>
          <a:xfrm>
            <a:off x="3011421" y="10963420"/>
            <a:ext cx="4199816" cy="332935"/>
          </a:xfrm>
        </p:spPr>
        <p:txBody>
          <a:bodyPr anchor="t">
            <a:noAutofit/>
          </a:bodyPr>
          <a:lstStyle>
            <a:lvl1pPr marL="0" indent="0" algn="ctr">
              <a:lnSpc>
                <a:spcPct val="90000"/>
              </a:lnSpc>
              <a:buNone/>
              <a:defRPr sz="2600" b="1" i="0">
                <a:solidFill>
                  <a:srgbClr val="0078CF"/>
                </a:solidFill>
                <a:latin typeface="Lexend" pitchFamily="2" charset="77"/>
              </a:defRPr>
            </a:lvl1pPr>
          </a:lstStyle>
          <a:p>
            <a:pPr lvl="0"/>
            <a:r>
              <a:rPr lang="en-US"/>
              <a:t>Mike Rokicki</a:t>
            </a:r>
          </a:p>
        </p:txBody>
      </p:sp>
      <p:sp>
        <p:nvSpPr>
          <p:cNvPr id="39" name="Text Placeholder 22">
            <a:extLst>
              <a:ext uri="{FF2B5EF4-FFF2-40B4-BE49-F238E27FC236}">
                <a16:creationId xmlns:a16="http://schemas.microsoft.com/office/drawing/2014/main" id="{BFE04541-72B6-97C1-B42D-8F901EAB7454}"/>
              </a:ext>
            </a:extLst>
          </p:cNvPr>
          <p:cNvSpPr>
            <a:spLocks noGrp="1"/>
          </p:cNvSpPr>
          <p:nvPr>
            <p:ph type="body" sz="quarter" idx="31" hasCustomPrompt="1"/>
          </p:nvPr>
        </p:nvSpPr>
        <p:spPr>
          <a:xfrm>
            <a:off x="3011421" y="11406553"/>
            <a:ext cx="4199816" cy="332935"/>
          </a:xfrm>
        </p:spPr>
        <p:txBody>
          <a:bodyPr anchor="t">
            <a:normAutofit/>
          </a:bodyPr>
          <a:lstStyle>
            <a:lvl1pPr marL="0" indent="0" algn="ctr">
              <a:lnSpc>
                <a:spcPct val="90000"/>
              </a:lnSpc>
              <a:buNone/>
              <a:defRPr sz="20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Group Account Director</a:t>
            </a:r>
          </a:p>
        </p:txBody>
      </p:sp>
      <p:sp>
        <p:nvSpPr>
          <p:cNvPr id="40" name="Picture Placeholder 39">
            <a:extLst>
              <a:ext uri="{FF2B5EF4-FFF2-40B4-BE49-F238E27FC236}">
                <a16:creationId xmlns:a16="http://schemas.microsoft.com/office/drawing/2014/main" id="{C3279BB4-B19F-9A1E-9F3D-AF261A6F368A}"/>
              </a:ext>
            </a:extLst>
          </p:cNvPr>
          <p:cNvSpPr>
            <a:spLocks noGrp="1"/>
          </p:cNvSpPr>
          <p:nvPr>
            <p:ph type="pic" sz="quarter" idx="32"/>
          </p:nvPr>
        </p:nvSpPr>
        <p:spPr>
          <a:xfrm>
            <a:off x="8379371" y="7825886"/>
            <a:ext cx="2893694" cy="2893694"/>
          </a:xfrm>
          <a:custGeom>
            <a:avLst/>
            <a:gdLst>
              <a:gd name="connsiteX0" fmla="*/ 1596683 w 3193366"/>
              <a:gd name="connsiteY0" fmla="*/ 0 h 3193366"/>
              <a:gd name="connsiteX1" fmla="*/ 3193366 w 3193366"/>
              <a:gd name="connsiteY1" fmla="*/ 1596683 h 3193366"/>
              <a:gd name="connsiteX2" fmla="*/ 1596683 w 3193366"/>
              <a:gd name="connsiteY2" fmla="*/ 3193366 h 3193366"/>
              <a:gd name="connsiteX3" fmla="*/ 0 w 3193366"/>
              <a:gd name="connsiteY3" fmla="*/ 1596683 h 3193366"/>
              <a:gd name="connsiteX4" fmla="*/ 1596683 w 3193366"/>
              <a:gd name="connsiteY4" fmla="*/ 0 h 319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3366" h="3193366">
                <a:moveTo>
                  <a:pt x="1596683" y="0"/>
                </a:moveTo>
                <a:cubicBezTo>
                  <a:pt x="2478507" y="0"/>
                  <a:pt x="3193366" y="714859"/>
                  <a:pt x="3193366" y="1596683"/>
                </a:cubicBezTo>
                <a:cubicBezTo>
                  <a:pt x="3193366" y="2478507"/>
                  <a:pt x="2478507" y="3193366"/>
                  <a:pt x="1596683" y="3193366"/>
                </a:cubicBezTo>
                <a:cubicBezTo>
                  <a:pt x="714859" y="3193366"/>
                  <a:pt x="0" y="2478507"/>
                  <a:pt x="0" y="1596683"/>
                </a:cubicBezTo>
                <a:cubicBezTo>
                  <a:pt x="0" y="714859"/>
                  <a:pt x="714859" y="0"/>
                  <a:pt x="1596683" y="0"/>
                </a:cubicBezTo>
                <a:close/>
              </a:path>
            </a:pathLst>
          </a:custGeom>
          <a:ln w="57150">
            <a:solidFill>
              <a:srgbClr val="0078CF"/>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a:noAutofit/>
          </a:bodyPr>
          <a:lstStyle/>
          <a:p>
            <a:endParaRPr lang="en-US"/>
          </a:p>
        </p:txBody>
      </p:sp>
      <p:sp>
        <p:nvSpPr>
          <p:cNvPr id="41" name="Text Placeholder 22">
            <a:extLst>
              <a:ext uri="{FF2B5EF4-FFF2-40B4-BE49-F238E27FC236}">
                <a16:creationId xmlns:a16="http://schemas.microsoft.com/office/drawing/2014/main" id="{2DF36255-A770-8987-BD65-B9124B027965}"/>
              </a:ext>
            </a:extLst>
          </p:cNvPr>
          <p:cNvSpPr>
            <a:spLocks noGrp="1"/>
          </p:cNvSpPr>
          <p:nvPr>
            <p:ph type="body" sz="quarter" idx="33" hasCustomPrompt="1"/>
          </p:nvPr>
        </p:nvSpPr>
        <p:spPr>
          <a:xfrm>
            <a:off x="7731466" y="10963420"/>
            <a:ext cx="4199816" cy="332935"/>
          </a:xfrm>
        </p:spPr>
        <p:txBody>
          <a:bodyPr anchor="t">
            <a:noAutofit/>
          </a:bodyPr>
          <a:lstStyle>
            <a:lvl1pPr marL="0" indent="0" algn="ctr">
              <a:lnSpc>
                <a:spcPct val="90000"/>
              </a:lnSpc>
              <a:buNone/>
              <a:defRPr sz="2600" b="1" i="0">
                <a:solidFill>
                  <a:srgbClr val="0078CF"/>
                </a:solidFill>
                <a:latin typeface="Lexend" pitchFamily="2" charset="77"/>
              </a:defRPr>
            </a:lvl1pPr>
          </a:lstStyle>
          <a:p>
            <a:pPr lvl="0"/>
            <a:r>
              <a:rPr lang="en-US"/>
              <a:t>Mike Rokicki</a:t>
            </a:r>
          </a:p>
        </p:txBody>
      </p:sp>
      <p:sp>
        <p:nvSpPr>
          <p:cNvPr id="42" name="Text Placeholder 22">
            <a:extLst>
              <a:ext uri="{FF2B5EF4-FFF2-40B4-BE49-F238E27FC236}">
                <a16:creationId xmlns:a16="http://schemas.microsoft.com/office/drawing/2014/main" id="{7EA603F5-7622-A997-CA8D-B6917BF50447}"/>
              </a:ext>
            </a:extLst>
          </p:cNvPr>
          <p:cNvSpPr>
            <a:spLocks noGrp="1"/>
          </p:cNvSpPr>
          <p:nvPr>
            <p:ph type="body" sz="quarter" idx="34" hasCustomPrompt="1"/>
          </p:nvPr>
        </p:nvSpPr>
        <p:spPr>
          <a:xfrm>
            <a:off x="7731466" y="11406553"/>
            <a:ext cx="4199816" cy="332935"/>
          </a:xfrm>
        </p:spPr>
        <p:txBody>
          <a:bodyPr anchor="t">
            <a:normAutofit/>
          </a:bodyPr>
          <a:lstStyle>
            <a:lvl1pPr marL="0" indent="0" algn="ctr">
              <a:lnSpc>
                <a:spcPct val="90000"/>
              </a:lnSpc>
              <a:buNone/>
              <a:defRPr sz="20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Group Account Director</a:t>
            </a:r>
          </a:p>
        </p:txBody>
      </p:sp>
      <p:sp>
        <p:nvSpPr>
          <p:cNvPr id="43" name="Picture Placeholder 42">
            <a:extLst>
              <a:ext uri="{FF2B5EF4-FFF2-40B4-BE49-F238E27FC236}">
                <a16:creationId xmlns:a16="http://schemas.microsoft.com/office/drawing/2014/main" id="{1EA677E8-425C-4E0C-DEC0-1F71D7C6D347}"/>
              </a:ext>
            </a:extLst>
          </p:cNvPr>
          <p:cNvSpPr>
            <a:spLocks noGrp="1"/>
          </p:cNvSpPr>
          <p:nvPr>
            <p:ph type="pic" sz="quarter" idx="35"/>
          </p:nvPr>
        </p:nvSpPr>
        <p:spPr>
          <a:xfrm>
            <a:off x="13099416" y="7825886"/>
            <a:ext cx="2893694" cy="2893694"/>
          </a:xfrm>
          <a:custGeom>
            <a:avLst/>
            <a:gdLst>
              <a:gd name="connsiteX0" fmla="*/ 1596683 w 3193366"/>
              <a:gd name="connsiteY0" fmla="*/ 0 h 3193366"/>
              <a:gd name="connsiteX1" fmla="*/ 3193366 w 3193366"/>
              <a:gd name="connsiteY1" fmla="*/ 1596683 h 3193366"/>
              <a:gd name="connsiteX2" fmla="*/ 1596683 w 3193366"/>
              <a:gd name="connsiteY2" fmla="*/ 3193366 h 3193366"/>
              <a:gd name="connsiteX3" fmla="*/ 0 w 3193366"/>
              <a:gd name="connsiteY3" fmla="*/ 1596683 h 3193366"/>
              <a:gd name="connsiteX4" fmla="*/ 1596683 w 3193366"/>
              <a:gd name="connsiteY4" fmla="*/ 0 h 319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3366" h="3193366">
                <a:moveTo>
                  <a:pt x="1596683" y="0"/>
                </a:moveTo>
                <a:cubicBezTo>
                  <a:pt x="2478507" y="0"/>
                  <a:pt x="3193366" y="714859"/>
                  <a:pt x="3193366" y="1596683"/>
                </a:cubicBezTo>
                <a:cubicBezTo>
                  <a:pt x="3193366" y="2478507"/>
                  <a:pt x="2478507" y="3193366"/>
                  <a:pt x="1596683" y="3193366"/>
                </a:cubicBezTo>
                <a:cubicBezTo>
                  <a:pt x="714859" y="3193366"/>
                  <a:pt x="0" y="2478507"/>
                  <a:pt x="0" y="1596683"/>
                </a:cubicBezTo>
                <a:cubicBezTo>
                  <a:pt x="0" y="714859"/>
                  <a:pt x="714859" y="0"/>
                  <a:pt x="1596683" y="0"/>
                </a:cubicBezTo>
                <a:close/>
              </a:path>
            </a:pathLst>
          </a:custGeom>
          <a:ln w="57150">
            <a:solidFill>
              <a:srgbClr val="0078CF"/>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a:noAutofit/>
          </a:bodyPr>
          <a:lstStyle/>
          <a:p>
            <a:endParaRPr lang="en-US"/>
          </a:p>
        </p:txBody>
      </p:sp>
      <p:sp>
        <p:nvSpPr>
          <p:cNvPr id="44" name="Text Placeholder 22">
            <a:extLst>
              <a:ext uri="{FF2B5EF4-FFF2-40B4-BE49-F238E27FC236}">
                <a16:creationId xmlns:a16="http://schemas.microsoft.com/office/drawing/2014/main" id="{97DDDD26-13B8-B308-6C66-EA2B80EA3A89}"/>
              </a:ext>
            </a:extLst>
          </p:cNvPr>
          <p:cNvSpPr>
            <a:spLocks noGrp="1"/>
          </p:cNvSpPr>
          <p:nvPr>
            <p:ph type="body" sz="quarter" idx="36" hasCustomPrompt="1"/>
          </p:nvPr>
        </p:nvSpPr>
        <p:spPr>
          <a:xfrm>
            <a:off x="12451511" y="10963420"/>
            <a:ext cx="4199816" cy="332935"/>
          </a:xfrm>
        </p:spPr>
        <p:txBody>
          <a:bodyPr anchor="t">
            <a:noAutofit/>
          </a:bodyPr>
          <a:lstStyle>
            <a:lvl1pPr marL="0" indent="0" algn="ctr">
              <a:lnSpc>
                <a:spcPct val="90000"/>
              </a:lnSpc>
              <a:buNone/>
              <a:defRPr sz="2600" b="1" i="0">
                <a:solidFill>
                  <a:srgbClr val="0078CF"/>
                </a:solidFill>
                <a:latin typeface="Lexend" pitchFamily="2" charset="77"/>
              </a:defRPr>
            </a:lvl1pPr>
          </a:lstStyle>
          <a:p>
            <a:pPr lvl="0"/>
            <a:r>
              <a:rPr lang="en-US"/>
              <a:t>Mike Rokicki</a:t>
            </a:r>
          </a:p>
        </p:txBody>
      </p:sp>
      <p:sp>
        <p:nvSpPr>
          <p:cNvPr id="45" name="Text Placeholder 22">
            <a:extLst>
              <a:ext uri="{FF2B5EF4-FFF2-40B4-BE49-F238E27FC236}">
                <a16:creationId xmlns:a16="http://schemas.microsoft.com/office/drawing/2014/main" id="{2F8BCD47-6DFD-4962-96FE-A4BA674812B5}"/>
              </a:ext>
            </a:extLst>
          </p:cNvPr>
          <p:cNvSpPr>
            <a:spLocks noGrp="1"/>
          </p:cNvSpPr>
          <p:nvPr>
            <p:ph type="body" sz="quarter" idx="37" hasCustomPrompt="1"/>
          </p:nvPr>
        </p:nvSpPr>
        <p:spPr>
          <a:xfrm>
            <a:off x="12451511" y="11406553"/>
            <a:ext cx="4199816" cy="332935"/>
          </a:xfrm>
        </p:spPr>
        <p:txBody>
          <a:bodyPr anchor="t">
            <a:normAutofit/>
          </a:bodyPr>
          <a:lstStyle>
            <a:lvl1pPr marL="0" indent="0" algn="ctr">
              <a:lnSpc>
                <a:spcPct val="90000"/>
              </a:lnSpc>
              <a:buNone/>
              <a:defRPr sz="20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Group Account Director</a:t>
            </a:r>
          </a:p>
        </p:txBody>
      </p:sp>
      <p:sp>
        <p:nvSpPr>
          <p:cNvPr id="46" name="Picture Placeholder 45">
            <a:extLst>
              <a:ext uri="{FF2B5EF4-FFF2-40B4-BE49-F238E27FC236}">
                <a16:creationId xmlns:a16="http://schemas.microsoft.com/office/drawing/2014/main" id="{EE9B6027-6B3D-0E1D-98D1-1285F5765700}"/>
              </a:ext>
            </a:extLst>
          </p:cNvPr>
          <p:cNvSpPr>
            <a:spLocks noGrp="1"/>
          </p:cNvSpPr>
          <p:nvPr>
            <p:ph type="pic" sz="quarter" idx="38"/>
          </p:nvPr>
        </p:nvSpPr>
        <p:spPr>
          <a:xfrm>
            <a:off x="17819461" y="7825886"/>
            <a:ext cx="2893694" cy="2893694"/>
          </a:xfrm>
          <a:custGeom>
            <a:avLst/>
            <a:gdLst>
              <a:gd name="connsiteX0" fmla="*/ 1596683 w 3193366"/>
              <a:gd name="connsiteY0" fmla="*/ 0 h 3193366"/>
              <a:gd name="connsiteX1" fmla="*/ 3193366 w 3193366"/>
              <a:gd name="connsiteY1" fmla="*/ 1596683 h 3193366"/>
              <a:gd name="connsiteX2" fmla="*/ 1596683 w 3193366"/>
              <a:gd name="connsiteY2" fmla="*/ 3193366 h 3193366"/>
              <a:gd name="connsiteX3" fmla="*/ 0 w 3193366"/>
              <a:gd name="connsiteY3" fmla="*/ 1596683 h 3193366"/>
              <a:gd name="connsiteX4" fmla="*/ 1596683 w 3193366"/>
              <a:gd name="connsiteY4" fmla="*/ 0 h 319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3366" h="3193366">
                <a:moveTo>
                  <a:pt x="1596683" y="0"/>
                </a:moveTo>
                <a:cubicBezTo>
                  <a:pt x="2478507" y="0"/>
                  <a:pt x="3193366" y="714859"/>
                  <a:pt x="3193366" y="1596683"/>
                </a:cubicBezTo>
                <a:cubicBezTo>
                  <a:pt x="3193366" y="2478507"/>
                  <a:pt x="2478507" y="3193366"/>
                  <a:pt x="1596683" y="3193366"/>
                </a:cubicBezTo>
                <a:cubicBezTo>
                  <a:pt x="714859" y="3193366"/>
                  <a:pt x="0" y="2478507"/>
                  <a:pt x="0" y="1596683"/>
                </a:cubicBezTo>
                <a:cubicBezTo>
                  <a:pt x="0" y="714859"/>
                  <a:pt x="714859" y="0"/>
                  <a:pt x="1596683" y="0"/>
                </a:cubicBezTo>
                <a:close/>
              </a:path>
            </a:pathLst>
          </a:custGeom>
          <a:ln w="57150">
            <a:solidFill>
              <a:srgbClr val="0078CF"/>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a:noAutofit/>
          </a:bodyPr>
          <a:lstStyle/>
          <a:p>
            <a:endParaRPr lang="en-US"/>
          </a:p>
        </p:txBody>
      </p:sp>
      <p:sp>
        <p:nvSpPr>
          <p:cNvPr id="47" name="Text Placeholder 22">
            <a:extLst>
              <a:ext uri="{FF2B5EF4-FFF2-40B4-BE49-F238E27FC236}">
                <a16:creationId xmlns:a16="http://schemas.microsoft.com/office/drawing/2014/main" id="{57352BC8-C69B-706C-7581-D44C45FA3D20}"/>
              </a:ext>
            </a:extLst>
          </p:cNvPr>
          <p:cNvSpPr>
            <a:spLocks noGrp="1"/>
          </p:cNvSpPr>
          <p:nvPr>
            <p:ph type="body" sz="quarter" idx="39" hasCustomPrompt="1"/>
          </p:nvPr>
        </p:nvSpPr>
        <p:spPr>
          <a:xfrm>
            <a:off x="17171556" y="10963420"/>
            <a:ext cx="4199816" cy="332935"/>
          </a:xfrm>
        </p:spPr>
        <p:txBody>
          <a:bodyPr anchor="t">
            <a:noAutofit/>
          </a:bodyPr>
          <a:lstStyle>
            <a:lvl1pPr marL="0" indent="0" algn="ctr">
              <a:lnSpc>
                <a:spcPct val="90000"/>
              </a:lnSpc>
              <a:buNone/>
              <a:defRPr sz="2600" b="1" i="0">
                <a:solidFill>
                  <a:srgbClr val="0078CF"/>
                </a:solidFill>
                <a:latin typeface="Lexend" pitchFamily="2" charset="77"/>
              </a:defRPr>
            </a:lvl1pPr>
          </a:lstStyle>
          <a:p>
            <a:pPr lvl="0"/>
            <a:r>
              <a:rPr lang="en-US"/>
              <a:t>Mike Rokicki</a:t>
            </a:r>
          </a:p>
        </p:txBody>
      </p:sp>
      <p:sp>
        <p:nvSpPr>
          <p:cNvPr id="48" name="Text Placeholder 22">
            <a:extLst>
              <a:ext uri="{FF2B5EF4-FFF2-40B4-BE49-F238E27FC236}">
                <a16:creationId xmlns:a16="http://schemas.microsoft.com/office/drawing/2014/main" id="{02857C6A-8EFC-E193-A17B-D9AB4F2517F8}"/>
              </a:ext>
            </a:extLst>
          </p:cNvPr>
          <p:cNvSpPr>
            <a:spLocks noGrp="1"/>
          </p:cNvSpPr>
          <p:nvPr>
            <p:ph type="body" sz="quarter" idx="40" hasCustomPrompt="1"/>
          </p:nvPr>
        </p:nvSpPr>
        <p:spPr>
          <a:xfrm>
            <a:off x="17171556" y="11406553"/>
            <a:ext cx="4199816" cy="332935"/>
          </a:xfrm>
        </p:spPr>
        <p:txBody>
          <a:bodyPr anchor="t">
            <a:normAutofit/>
          </a:bodyPr>
          <a:lstStyle>
            <a:lvl1pPr marL="0" indent="0" algn="ctr">
              <a:lnSpc>
                <a:spcPct val="90000"/>
              </a:lnSpc>
              <a:buNone/>
              <a:defRPr sz="20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Group Account Director</a:t>
            </a:r>
          </a:p>
        </p:txBody>
      </p:sp>
      <p:sp>
        <p:nvSpPr>
          <p:cNvPr id="49" name="Text Placeholder 22">
            <a:extLst>
              <a:ext uri="{FF2B5EF4-FFF2-40B4-BE49-F238E27FC236}">
                <a16:creationId xmlns:a16="http://schemas.microsoft.com/office/drawing/2014/main" id="{C9094DED-F9C9-DF89-0BCD-FE336C738FE0}"/>
              </a:ext>
            </a:extLst>
          </p:cNvPr>
          <p:cNvSpPr>
            <a:spLocks noGrp="1"/>
          </p:cNvSpPr>
          <p:nvPr>
            <p:ph type="body" sz="quarter" idx="41" hasCustomPrompt="1"/>
          </p:nvPr>
        </p:nvSpPr>
        <p:spPr>
          <a:xfrm>
            <a:off x="8107680" y="1580271"/>
            <a:ext cx="8168640" cy="607255"/>
          </a:xfrm>
        </p:spPr>
        <p:txBody>
          <a:bodyPr anchor="t">
            <a:noAutofit/>
          </a:bodyPr>
          <a:lstStyle>
            <a:lvl1pPr marL="0" indent="0" algn="ctr">
              <a:lnSpc>
                <a:spcPct val="90000"/>
              </a:lnSpc>
              <a:buNone/>
              <a:defRPr sz="4800" b="1" i="0">
                <a:solidFill>
                  <a:schemeClr val="tx1"/>
                </a:solidFill>
                <a:latin typeface="Lexend" pitchFamily="2" charset="77"/>
              </a:defRPr>
            </a:lvl1pPr>
          </a:lstStyle>
          <a:p>
            <a:pPr lvl="0"/>
            <a:r>
              <a:rPr lang="en-US"/>
              <a:t>Our Team</a:t>
            </a:r>
          </a:p>
        </p:txBody>
      </p:sp>
    </p:spTree>
    <p:extLst>
      <p:ext uri="{BB962C8B-B14F-4D97-AF65-F5344CB8AC3E}">
        <p14:creationId xmlns:p14="http://schemas.microsoft.com/office/powerpoint/2010/main" val="402217384"/>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bg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791ECEE-8BE9-023F-0E19-9DAE3C949518}"/>
              </a:ext>
            </a:extLst>
          </p:cNvPr>
          <p:cNvSpPr>
            <a:spLocks noGrp="1"/>
          </p:cNvSpPr>
          <p:nvPr>
            <p:ph type="pic" sz="quarter" idx="10"/>
          </p:nvPr>
        </p:nvSpPr>
        <p:spPr>
          <a:xfrm>
            <a:off x="1957135" y="3211684"/>
            <a:ext cx="2893694" cy="2893694"/>
          </a:xfrm>
          <a:custGeom>
            <a:avLst/>
            <a:gdLst>
              <a:gd name="connsiteX0" fmla="*/ 1596683 w 3193366"/>
              <a:gd name="connsiteY0" fmla="*/ 0 h 3193366"/>
              <a:gd name="connsiteX1" fmla="*/ 3193366 w 3193366"/>
              <a:gd name="connsiteY1" fmla="*/ 1596683 h 3193366"/>
              <a:gd name="connsiteX2" fmla="*/ 1596683 w 3193366"/>
              <a:gd name="connsiteY2" fmla="*/ 3193366 h 3193366"/>
              <a:gd name="connsiteX3" fmla="*/ 0 w 3193366"/>
              <a:gd name="connsiteY3" fmla="*/ 1596683 h 3193366"/>
              <a:gd name="connsiteX4" fmla="*/ 1596683 w 3193366"/>
              <a:gd name="connsiteY4" fmla="*/ 0 h 319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3366" h="3193366">
                <a:moveTo>
                  <a:pt x="1596683" y="0"/>
                </a:moveTo>
                <a:cubicBezTo>
                  <a:pt x="2478507" y="0"/>
                  <a:pt x="3193366" y="714859"/>
                  <a:pt x="3193366" y="1596683"/>
                </a:cubicBezTo>
                <a:cubicBezTo>
                  <a:pt x="3193366" y="2478507"/>
                  <a:pt x="2478507" y="3193366"/>
                  <a:pt x="1596683" y="3193366"/>
                </a:cubicBezTo>
                <a:cubicBezTo>
                  <a:pt x="714859" y="3193366"/>
                  <a:pt x="0" y="2478507"/>
                  <a:pt x="0" y="1596683"/>
                </a:cubicBezTo>
                <a:cubicBezTo>
                  <a:pt x="0" y="714859"/>
                  <a:pt x="714859" y="0"/>
                  <a:pt x="1596683" y="0"/>
                </a:cubicBezTo>
                <a:close/>
              </a:path>
            </a:pathLst>
          </a:custGeom>
          <a:ln w="57150">
            <a:solidFill>
              <a:srgbClr val="0078CF"/>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Autofit/>
          </a:bodyPr>
          <a:lstStyle/>
          <a:p>
            <a:endParaRPr lang="en-US"/>
          </a:p>
        </p:txBody>
      </p:sp>
      <p:sp>
        <p:nvSpPr>
          <p:cNvPr id="23" name="Text Placeholder 22">
            <a:extLst>
              <a:ext uri="{FF2B5EF4-FFF2-40B4-BE49-F238E27FC236}">
                <a16:creationId xmlns:a16="http://schemas.microsoft.com/office/drawing/2014/main" id="{9778DF14-3A1C-B0F8-0818-CFA107FF46B0}"/>
              </a:ext>
            </a:extLst>
          </p:cNvPr>
          <p:cNvSpPr>
            <a:spLocks noGrp="1"/>
          </p:cNvSpPr>
          <p:nvPr>
            <p:ph type="body" sz="quarter" idx="18" hasCustomPrompt="1"/>
          </p:nvPr>
        </p:nvSpPr>
        <p:spPr>
          <a:xfrm>
            <a:off x="1782040" y="6349218"/>
            <a:ext cx="3254193" cy="361072"/>
          </a:xfrm>
        </p:spPr>
        <p:txBody>
          <a:bodyPr anchor="t">
            <a:normAutofit/>
          </a:bodyPr>
          <a:lstStyle>
            <a:lvl1pPr marL="0" indent="0" algn="ctr">
              <a:lnSpc>
                <a:spcPct val="90000"/>
              </a:lnSpc>
              <a:buNone/>
              <a:defRPr sz="2600" b="1" i="0">
                <a:solidFill>
                  <a:srgbClr val="0078CF"/>
                </a:solidFill>
                <a:latin typeface="Lexend" pitchFamily="2" charset="77"/>
              </a:defRPr>
            </a:lvl1pPr>
          </a:lstStyle>
          <a:p>
            <a:pPr lvl="0"/>
            <a:r>
              <a:rPr lang="en-US"/>
              <a:t>Mike Rokicki</a:t>
            </a:r>
          </a:p>
        </p:txBody>
      </p:sp>
      <p:sp>
        <p:nvSpPr>
          <p:cNvPr id="25" name="Text Placeholder 22">
            <a:extLst>
              <a:ext uri="{FF2B5EF4-FFF2-40B4-BE49-F238E27FC236}">
                <a16:creationId xmlns:a16="http://schemas.microsoft.com/office/drawing/2014/main" id="{3558743E-77A7-B92D-A929-47162A632A9C}"/>
              </a:ext>
            </a:extLst>
          </p:cNvPr>
          <p:cNvSpPr>
            <a:spLocks noGrp="1"/>
          </p:cNvSpPr>
          <p:nvPr>
            <p:ph type="body" sz="quarter" idx="19" hasCustomPrompt="1"/>
          </p:nvPr>
        </p:nvSpPr>
        <p:spPr>
          <a:xfrm>
            <a:off x="1782042" y="6778283"/>
            <a:ext cx="3254192" cy="361072"/>
          </a:xfrm>
        </p:spPr>
        <p:txBody>
          <a:bodyPr anchor="t">
            <a:normAutofit/>
          </a:bodyPr>
          <a:lstStyle>
            <a:lvl1pPr marL="0" indent="0" algn="ctr">
              <a:lnSpc>
                <a:spcPct val="90000"/>
              </a:lnSpc>
              <a:buNone/>
              <a:defRPr sz="20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Group Account Director</a:t>
            </a:r>
          </a:p>
        </p:txBody>
      </p:sp>
      <p:sp>
        <p:nvSpPr>
          <p:cNvPr id="49" name="Text Placeholder 22">
            <a:extLst>
              <a:ext uri="{FF2B5EF4-FFF2-40B4-BE49-F238E27FC236}">
                <a16:creationId xmlns:a16="http://schemas.microsoft.com/office/drawing/2014/main" id="{C9094DED-F9C9-DF89-0BCD-FE336C738FE0}"/>
              </a:ext>
            </a:extLst>
          </p:cNvPr>
          <p:cNvSpPr>
            <a:spLocks noGrp="1"/>
          </p:cNvSpPr>
          <p:nvPr>
            <p:ph type="body" sz="quarter" idx="41" hasCustomPrompt="1"/>
          </p:nvPr>
        </p:nvSpPr>
        <p:spPr>
          <a:xfrm>
            <a:off x="8107680" y="1580271"/>
            <a:ext cx="8168640" cy="607255"/>
          </a:xfrm>
        </p:spPr>
        <p:txBody>
          <a:bodyPr anchor="t">
            <a:noAutofit/>
          </a:bodyPr>
          <a:lstStyle>
            <a:lvl1pPr marL="0" indent="0" algn="ctr">
              <a:lnSpc>
                <a:spcPct val="90000"/>
              </a:lnSpc>
              <a:buNone/>
              <a:defRPr sz="4800" b="1" i="0">
                <a:solidFill>
                  <a:schemeClr val="tx1"/>
                </a:solidFill>
                <a:latin typeface="Lexend" pitchFamily="2" charset="77"/>
              </a:defRPr>
            </a:lvl1pPr>
          </a:lstStyle>
          <a:p>
            <a:pPr lvl="0"/>
            <a:r>
              <a:rPr lang="en-US"/>
              <a:t>Our Big Team</a:t>
            </a:r>
          </a:p>
        </p:txBody>
      </p:sp>
      <p:sp>
        <p:nvSpPr>
          <p:cNvPr id="2" name="Picture Placeholder 10">
            <a:extLst>
              <a:ext uri="{FF2B5EF4-FFF2-40B4-BE49-F238E27FC236}">
                <a16:creationId xmlns:a16="http://schemas.microsoft.com/office/drawing/2014/main" id="{F1D51F2C-1BDB-DF57-D8D7-7A9F64F93246}"/>
              </a:ext>
            </a:extLst>
          </p:cNvPr>
          <p:cNvSpPr>
            <a:spLocks noGrp="1"/>
          </p:cNvSpPr>
          <p:nvPr>
            <p:ph type="pic" sz="quarter" idx="42"/>
          </p:nvPr>
        </p:nvSpPr>
        <p:spPr>
          <a:xfrm>
            <a:off x="5431855" y="3211684"/>
            <a:ext cx="2893694" cy="2893694"/>
          </a:xfrm>
          <a:custGeom>
            <a:avLst/>
            <a:gdLst>
              <a:gd name="connsiteX0" fmla="*/ 1596683 w 3193366"/>
              <a:gd name="connsiteY0" fmla="*/ 0 h 3193366"/>
              <a:gd name="connsiteX1" fmla="*/ 3193366 w 3193366"/>
              <a:gd name="connsiteY1" fmla="*/ 1596683 h 3193366"/>
              <a:gd name="connsiteX2" fmla="*/ 1596683 w 3193366"/>
              <a:gd name="connsiteY2" fmla="*/ 3193366 h 3193366"/>
              <a:gd name="connsiteX3" fmla="*/ 0 w 3193366"/>
              <a:gd name="connsiteY3" fmla="*/ 1596683 h 3193366"/>
              <a:gd name="connsiteX4" fmla="*/ 1596683 w 3193366"/>
              <a:gd name="connsiteY4" fmla="*/ 0 h 319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3366" h="3193366">
                <a:moveTo>
                  <a:pt x="1596683" y="0"/>
                </a:moveTo>
                <a:cubicBezTo>
                  <a:pt x="2478507" y="0"/>
                  <a:pt x="3193366" y="714859"/>
                  <a:pt x="3193366" y="1596683"/>
                </a:cubicBezTo>
                <a:cubicBezTo>
                  <a:pt x="3193366" y="2478507"/>
                  <a:pt x="2478507" y="3193366"/>
                  <a:pt x="1596683" y="3193366"/>
                </a:cubicBezTo>
                <a:cubicBezTo>
                  <a:pt x="714859" y="3193366"/>
                  <a:pt x="0" y="2478507"/>
                  <a:pt x="0" y="1596683"/>
                </a:cubicBezTo>
                <a:cubicBezTo>
                  <a:pt x="0" y="714859"/>
                  <a:pt x="714859" y="0"/>
                  <a:pt x="1596683" y="0"/>
                </a:cubicBezTo>
                <a:close/>
              </a:path>
            </a:pathLst>
          </a:custGeom>
          <a:ln w="57150">
            <a:solidFill>
              <a:srgbClr val="0078CF"/>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Autofit/>
          </a:bodyPr>
          <a:lstStyle/>
          <a:p>
            <a:endParaRPr lang="en-US"/>
          </a:p>
        </p:txBody>
      </p:sp>
      <p:sp>
        <p:nvSpPr>
          <p:cNvPr id="3" name="Text Placeholder 22">
            <a:extLst>
              <a:ext uri="{FF2B5EF4-FFF2-40B4-BE49-F238E27FC236}">
                <a16:creationId xmlns:a16="http://schemas.microsoft.com/office/drawing/2014/main" id="{41298FAF-9C24-6838-D677-D262448B8AF4}"/>
              </a:ext>
            </a:extLst>
          </p:cNvPr>
          <p:cNvSpPr>
            <a:spLocks noGrp="1"/>
          </p:cNvSpPr>
          <p:nvPr>
            <p:ph type="body" sz="quarter" idx="43" hasCustomPrompt="1"/>
          </p:nvPr>
        </p:nvSpPr>
        <p:spPr>
          <a:xfrm>
            <a:off x="5256760" y="6349218"/>
            <a:ext cx="3254193" cy="361072"/>
          </a:xfrm>
        </p:spPr>
        <p:txBody>
          <a:bodyPr anchor="t">
            <a:normAutofit/>
          </a:bodyPr>
          <a:lstStyle>
            <a:lvl1pPr marL="0" indent="0" algn="ctr">
              <a:lnSpc>
                <a:spcPct val="90000"/>
              </a:lnSpc>
              <a:buNone/>
              <a:defRPr sz="2600" b="1" i="0">
                <a:solidFill>
                  <a:srgbClr val="0078CF"/>
                </a:solidFill>
                <a:latin typeface="Lexend" pitchFamily="2" charset="77"/>
              </a:defRPr>
            </a:lvl1pPr>
          </a:lstStyle>
          <a:p>
            <a:pPr lvl="0"/>
            <a:r>
              <a:rPr lang="en-US"/>
              <a:t>Mike Rokicki</a:t>
            </a:r>
          </a:p>
        </p:txBody>
      </p:sp>
      <p:sp>
        <p:nvSpPr>
          <p:cNvPr id="4" name="Text Placeholder 22">
            <a:extLst>
              <a:ext uri="{FF2B5EF4-FFF2-40B4-BE49-F238E27FC236}">
                <a16:creationId xmlns:a16="http://schemas.microsoft.com/office/drawing/2014/main" id="{3F5B0F35-CD1C-18C2-3BBB-CD9E903068C4}"/>
              </a:ext>
            </a:extLst>
          </p:cNvPr>
          <p:cNvSpPr>
            <a:spLocks noGrp="1"/>
          </p:cNvSpPr>
          <p:nvPr>
            <p:ph type="body" sz="quarter" idx="44" hasCustomPrompt="1"/>
          </p:nvPr>
        </p:nvSpPr>
        <p:spPr>
          <a:xfrm>
            <a:off x="5256762" y="6778283"/>
            <a:ext cx="3254192" cy="361072"/>
          </a:xfrm>
        </p:spPr>
        <p:txBody>
          <a:bodyPr anchor="t">
            <a:normAutofit/>
          </a:bodyPr>
          <a:lstStyle>
            <a:lvl1pPr marL="0" indent="0" algn="ctr">
              <a:lnSpc>
                <a:spcPct val="90000"/>
              </a:lnSpc>
              <a:buNone/>
              <a:defRPr sz="20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Group Account Director</a:t>
            </a:r>
          </a:p>
        </p:txBody>
      </p:sp>
      <p:sp>
        <p:nvSpPr>
          <p:cNvPr id="5" name="Picture Placeholder 10">
            <a:extLst>
              <a:ext uri="{FF2B5EF4-FFF2-40B4-BE49-F238E27FC236}">
                <a16:creationId xmlns:a16="http://schemas.microsoft.com/office/drawing/2014/main" id="{0DB29E7D-5A24-7E90-FA6D-E24745AAD87D}"/>
              </a:ext>
            </a:extLst>
          </p:cNvPr>
          <p:cNvSpPr>
            <a:spLocks noGrp="1"/>
          </p:cNvSpPr>
          <p:nvPr>
            <p:ph type="pic" sz="quarter" idx="45"/>
          </p:nvPr>
        </p:nvSpPr>
        <p:spPr>
          <a:xfrm>
            <a:off x="8906575" y="3211684"/>
            <a:ext cx="2893694" cy="2893694"/>
          </a:xfrm>
          <a:custGeom>
            <a:avLst/>
            <a:gdLst>
              <a:gd name="connsiteX0" fmla="*/ 1596683 w 3193366"/>
              <a:gd name="connsiteY0" fmla="*/ 0 h 3193366"/>
              <a:gd name="connsiteX1" fmla="*/ 3193366 w 3193366"/>
              <a:gd name="connsiteY1" fmla="*/ 1596683 h 3193366"/>
              <a:gd name="connsiteX2" fmla="*/ 1596683 w 3193366"/>
              <a:gd name="connsiteY2" fmla="*/ 3193366 h 3193366"/>
              <a:gd name="connsiteX3" fmla="*/ 0 w 3193366"/>
              <a:gd name="connsiteY3" fmla="*/ 1596683 h 3193366"/>
              <a:gd name="connsiteX4" fmla="*/ 1596683 w 3193366"/>
              <a:gd name="connsiteY4" fmla="*/ 0 h 319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3366" h="3193366">
                <a:moveTo>
                  <a:pt x="1596683" y="0"/>
                </a:moveTo>
                <a:cubicBezTo>
                  <a:pt x="2478507" y="0"/>
                  <a:pt x="3193366" y="714859"/>
                  <a:pt x="3193366" y="1596683"/>
                </a:cubicBezTo>
                <a:cubicBezTo>
                  <a:pt x="3193366" y="2478507"/>
                  <a:pt x="2478507" y="3193366"/>
                  <a:pt x="1596683" y="3193366"/>
                </a:cubicBezTo>
                <a:cubicBezTo>
                  <a:pt x="714859" y="3193366"/>
                  <a:pt x="0" y="2478507"/>
                  <a:pt x="0" y="1596683"/>
                </a:cubicBezTo>
                <a:cubicBezTo>
                  <a:pt x="0" y="714859"/>
                  <a:pt x="714859" y="0"/>
                  <a:pt x="1596683" y="0"/>
                </a:cubicBezTo>
                <a:close/>
              </a:path>
            </a:pathLst>
          </a:custGeom>
          <a:ln w="57150">
            <a:solidFill>
              <a:srgbClr val="0078CF"/>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Autofit/>
          </a:bodyPr>
          <a:lstStyle/>
          <a:p>
            <a:endParaRPr lang="en-US"/>
          </a:p>
        </p:txBody>
      </p:sp>
      <p:sp>
        <p:nvSpPr>
          <p:cNvPr id="6" name="Text Placeholder 22">
            <a:extLst>
              <a:ext uri="{FF2B5EF4-FFF2-40B4-BE49-F238E27FC236}">
                <a16:creationId xmlns:a16="http://schemas.microsoft.com/office/drawing/2014/main" id="{2B4853B6-D6BD-5C7B-5FC5-C7A9AF6A5D9A}"/>
              </a:ext>
            </a:extLst>
          </p:cNvPr>
          <p:cNvSpPr>
            <a:spLocks noGrp="1"/>
          </p:cNvSpPr>
          <p:nvPr>
            <p:ph type="body" sz="quarter" idx="46" hasCustomPrompt="1"/>
          </p:nvPr>
        </p:nvSpPr>
        <p:spPr>
          <a:xfrm>
            <a:off x="8731480" y="6349218"/>
            <a:ext cx="3254193" cy="361072"/>
          </a:xfrm>
        </p:spPr>
        <p:txBody>
          <a:bodyPr anchor="t">
            <a:normAutofit/>
          </a:bodyPr>
          <a:lstStyle>
            <a:lvl1pPr marL="0" indent="0" algn="ctr">
              <a:lnSpc>
                <a:spcPct val="90000"/>
              </a:lnSpc>
              <a:buNone/>
              <a:defRPr sz="2600" b="1" i="0">
                <a:solidFill>
                  <a:srgbClr val="0078CF"/>
                </a:solidFill>
                <a:latin typeface="Lexend" pitchFamily="2" charset="77"/>
              </a:defRPr>
            </a:lvl1pPr>
          </a:lstStyle>
          <a:p>
            <a:pPr lvl="0"/>
            <a:r>
              <a:rPr lang="en-US"/>
              <a:t>Mike Rokicki</a:t>
            </a:r>
          </a:p>
        </p:txBody>
      </p:sp>
      <p:sp>
        <p:nvSpPr>
          <p:cNvPr id="7" name="Text Placeholder 22">
            <a:extLst>
              <a:ext uri="{FF2B5EF4-FFF2-40B4-BE49-F238E27FC236}">
                <a16:creationId xmlns:a16="http://schemas.microsoft.com/office/drawing/2014/main" id="{AE78CDB2-D0C1-3C6C-4618-7E15E9D06C2C}"/>
              </a:ext>
            </a:extLst>
          </p:cNvPr>
          <p:cNvSpPr>
            <a:spLocks noGrp="1"/>
          </p:cNvSpPr>
          <p:nvPr>
            <p:ph type="body" sz="quarter" idx="47" hasCustomPrompt="1"/>
          </p:nvPr>
        </p:nvSpPr>
        <p:spPr>
          <a:xfrm>
            <a:off x="8731482" y="6778283"/>
            <a:ext cx="3254192" cy="361072"/>
          </a:xfrm>
        </p:spPr>
        <p:txBody>
          <a:bodyPr anchor="t">
            <a:normAutofit/>
          </a:bodyPr>
          <a:lstStyle>
            <a:lvl1pPr marL="0" indent="0" algn="ctr">
              <a:lnSpc>
                <a:spcPct val="90000"/>
              </a:lnSpc>
              <a:buNone/>
              <a:defRPr sz="20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Group Account Director</a:t>
            </a:r>
          </a:p>
        </p:txBody>
      </p:sp>
      <p:sp>
        <p:nvSpPr>
          <p:cNvPr id="8" name="Picture Placeholder 10">
            <a:extLst>
              <a:ext uri="{FF2B5EF4-FFF2-40B4-BE49-F238E27FC236}">
                <a16:creationId xmlns:a16="http://schemas.microsoft.com/office/drawing/2014/main" id="{201A6923-6F64-6FB8-B04F-1E4F91B52B25}"/>
              </a:ext>
            </a:extLst>
          </p:cNvPr>
          <p:cNvSpPr>
            <a:spLocks noGrp="1"/>
          </p:cNvSpPr>
          <p:nvPr>
            <p:ph type="pic" sz="quarter" idx="48"/>
          </p:nvPr>
        </p:nvSpPr>
        <p:spPr>
          <a:xfrm>
            <a:off x="12381295" y="3211684"/>
            <a:ext cx="2893694" cy="2893694"/>
          </a:xfrm>
          <a:custGeom>
            <a:avLst/>
            <a:gdLst>
              <a:gd name="connsiteX0" fmla="*/ 1596683 w 3193366"/>
              <a:gd name="connsiteY0" fmla="*/ 0 h 3193366"/>
              <a:gd name="connsiteX1" fmla="*/ 3193366 w 3193366"/>
              <a:gd name="connsiteY1" fmla="*/ 1596683 h 3193366"/>
              <a:gd name="connsiteX2" fmla="*/ 1596683 w 3193366"/>
              <a:gd name="connsiteY2" fmla="*/ 3193366 h 3193366"/>
              <a:gd name="connsiteX3" fmla="*/ 0 w 3193366"/>
              <a:gd name="connsiteY3" fmla="*/ 1596683 h 3193366"/>
              <a:gd name="connsiteX4" fmla="*/ 1596683 w 3193366"/>
              <a:gd name="connsiteY4" fmla="*/ 0 h 319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3366" h="3193366">
                <a:moveTo>
                  <a:pt x="1596683" y="0"/>
                </a:moveTo>
                <a:cubicBezTo>
                  <a:pt x="2478507" y="0"/>
                  <a:pt x="3193366" y="714859"/>
                  <a:pt x="3193366" y="1596683"/>
                </a:cubicBezTo>
                <a:cubicBezTo>
                  <a:pt x="3193366" y="2478507"/>
                  <a:pt x="2478507" y="3193366"/>
                  <a:pt x="1596683" y="3193366"/>
                </a:cubicBezTo>
                <a:cubicBezTo>
                  <a:pt x="714859" y="3193366"/>
                  <a:pt x="0" y="2478507"/>
                  <a:pt x="0" y="1596683"/>
                </a:cubicBezTo>
                <a:cubicBezTo>
                  <a:pt x="0" y="714859"/>
                  <a:pt x="714859" y="0"/>
                  <a:pt x="1596683" y="0"/>
                </a:cubicBezTo>
                <a:close/>
              </a:path>
            </a:pathLst>
          </a:custGeom>
          <a:ln w="57150">
            <a:solidFill>
              <a:srgbClr val="0078CF"/>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Autofit/>
          </a:bodyPr>
          <a:lstStyle/>
          <a:p>
            <a:endParaRPr lang="en-US"/>
          </a:p>
        </p:txBody>
      </p:sp>
      <p:sp>
        <p:nvSpPr>
          <p:cNvPr id="9" name="Text Placeholder 22">
            <a:extLst>
              <a:ext uri="{FF2B5EF4-FFF2-40B4-BE49-F238E27FC236}">
                <a16:creationId xmlns:a16="http://schemas.microsoft.com/office/drawing/2014/main" id="{1FC32E37-884D-77B4-AFDD-6DA909E7889D}"/>
              </a:ext>
            </a:extLst>
          </p:cNvPr>
          <p:cNvSpPr>
            <a:spLocks noGrp="1"/>
          </p:cNvSpPr>
          <p:nvPr>
            <p:ph type="body" sz="quarter" idx="49" hasCustomPrompt="1"/>
          </p:nvPr>
        </p:nvSpPr>
        <p:spPr>
          <a:xfrm>
            <a:off x="12206200" y="6349218"/>
            <a:ext cx="3254193" cy="361072"/>
          </a:xfrm>
        </p:spPr>
        <p:txBody>
          <a:bodyPr anchor="t">
            <a:normAutofit/>
          </a:bodyPr>
          <a:lstStyle>
            <a:lvl1pPr marL="0" indent="0" algn="ctr">
              <a:lnSpc>
                <a:spcPct val="90000"/>
              </a:lnSpc>
              <a:buNone/>
              <a:defRPr sz="2600" b="1" i="0">
                <a:solidFill>
                  <a:srgbClr val="0078CF"/>
                </a:solidFill>
                <a:latin typeface="Lexend" pitchFamily="2" charset="77"/>
              </a:defRPr>
            </a:lvl1pPr>
          </a:lstStyle>
          <a:p>
            <a:pPr lvl="0"/>
            <a:r>
              <a:rPr lang="en-US"/>
              <a:t>Mike Rokicki</a:t>
            </a:r>
          </a:p>
        </p:txBody>
      </p:sp>
      <p:sp>
        <p:nvSpPr>
          <p:cNvPr id="10" name="Text Placeholder 22">
            <a:extLst>
              <a:ext uri="{FF2B5EF4-FFF2-40B4-BE49-F238E27FC236}">
                <a16:creationId xmlns:a16="http://schemas.microsoft.com/office/drawing/2014/main" id="{A3494181-ACE7-9ED8-ED14-CDBF74626CF3}"/>
              </a:ext>
            </a:extLst>
          </p:cNvPr>
          <p:cNvSpPr>
            <a:spLocks noGrp="1"/>
          </p:cNvSpPr>
          <p:nvPr>
            <p:ph type="body" sz="quarter" idx="50" hasCustomPrompt="1"/>
          </p:nvPr>
        </p:nvSpPr>
        <p:spPr>
          <a:xfrm>
            <a:off x="12206202" y="6778283"/>
            <a:ext cx="3254192" cy="361072"/>
          </a:xfrm>
        </p:spPr>
        <p:txBody>
          <a:bodyPr anchor="t">
            <a:normAutofit/>
          </a:bodyPr>
          <a:lstStyle>
            <a:lvl1pPr marL="0" indent="0" algn="ctr">
              <a:lnSpc>
                <a:spcPct val="90000"/>
              </a:lnSpc>
              <a:buNone/>
              <a:defRPr sz="20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Group Account Director</a:t>
            </a:r>
          </a:p>
        </p:txBody>
      </p:sp>
      <p:sp>
        <p:nvSpPr>
          <p:cNvPr id="12" name="Picture Placeholder 10">
            <a:extLst>
              <a:ext uri="{FF2B5EF4-FFF2-40B4-BE49-F238E27FC236}">
                <a16:creationId xmlns:a16="http://schemas.microsoft.com/office/drawing/2014/main" id="{392B35C6-BF2B-116C-5664-19E7EF57804D}"/>
              </a:ext>
            </a:extLst>
          </p:cNvPr>
          <p:cNvSpPr>
            <a:spLocks noGrp="1"/>
          </p:cNvSpPr>
          <p:nvPr>
            <p:ph type="pic" sz="quarter" idx="51"/>
          </p:nvPr>
        </p:nvSpPr>
        <p:spPr>
          <a:xfrm>
            <a:off x="15856015" y="3211684"/>
            <a:ext cx="2893694" cy="2893694"/>
          </a:xfrm>
          <a:custGeom>
            <a:avLst/>
            <a:gdLst>
              <a:gd name="connsiteX0" fmla="*/ 1596683 w 3193366"/>
              <a:gd name="connsiteY0" fmla="*/ 0 h 3193366"/>
              <a:gd name="connsiteX1" fmla="*/ 3193366 w 3193366"/>
              <a:gd name="connsiteY1" fmla="*/ 1596683 h 3193366"/>
              <a:gd name="connsiteX2" fmla="*/ 1596683 w 3193366"/>
              <a:gd name="connsiteY2" fmla="*/ 3193366 h 3193366"/>
              <a:gd name="connsiteX3" fmla="*/ 0 w 3193366"/>
              <a:gd name="connsiteY3" fmla="*/ 1596683 h 3193366"/>
              <a:gd name="connsiteX4" fmla="*/ 1596683 w 3193366"/>
              <a:gd name="connsiteY4" fmla="*/ 0 h 319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3366" h="3193366">
                <a:moveTo>
                  <a:pt x="1596683" y="0"/>
                </a:moveTo>
                <a:cubicBezTo>
                  <a:pt x="2478507" y="0"/>
                  <a:pt x="3193366" y="714859"/>
                  <a:pt x="3193366" y="1596683"/>
                </a:cubicBezTo>
                <a:cubicBezTo>
                  <a:pt x="3193366" y="2478507"/>
                  <a:pt x="2478507" y="3193366"/>
                  <a:pt x="1596683" y="3193366"/>
                </a:cubicBezTo>
                <a:cubicBezTo>
                  <a:pt x="714859" y="3193366"/>
                  <a:pt x="0" y="2478507"/>
                  <a:pt x="0" y="1596683"/>
                </a:cubicBezTo>
                <a:cubicBezTo>
                  <a:pt x="0" y="714859"/>
                  <a:pt x="714859" y="0"/>
                  <a:pt x="1596683" y="0"/>
                </a:cubicBezTo>
                <a:close/>
              </a:path>
            </a:pathLst>
          </a:custGeom>
          <a:ln w="57150">
            <a:solidFill>
              <a:srgbClr val="0078CF"/>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Autofit/>
          </a:bodyPr>
          <a:lstStyle/>
          <a:p>
            <a:endParaRPr lang="en-US"/>
          </a:p>
        </p:txBody>
      </p:sp>
      <p:sp>
        <p:nvSpPr>
          <p:cNvPr id="13" name="Text Placeholder 22">
            <a:extLst>
              <a:ext uri="{FF2B5EF4-FFF2-40B4-BE49-F238E27FC236}">
                <a16:creationId xmlns:a16="http://schemas.microsoft.com/office/drawing/2014/main" id="{AA4FC798-DCD9-4A13-6504-81303220584E}"/>
              </a:ext>
            </a:extLst>
          </p:cNvPr>
          <p:cNvSpPr>
            <a:spLocks noGrp="1"/>
          </p:cNvSpPr>
          <p:nvPr>
            <p:ph type="body" sz="quarter" idx="52" hasCustomPrompt="1"/>
          </p:nvPr>
        </p:nvSpPr>
        <p:spPr>
          <a:xfrm>
            <a:off x="15680920" y="6349218"/>
            <a:ext cx="3254193" cy="361072"/>
          </a:xfrm>
        </p:spPr>
        <p:txBody>
          <a:bodyPr anchor="t">
            <a:normAutofit/>
          </a:bodyPr>
          <a:lstStyle>
            <a:lvl1pPr marL="0" indent="0" algn="ctr">
              <a:lnSpc>
                <a:spcPct val="90000"/>
              </a:lnSpc>
              <a:buNone/>
              <a:defRPr sz="2600" b="1" i="0">
                <a:solidFill>
                  <a:srgbClr val="0078CF"/>
                </a:solidFill>
                <a:latin typeface="Lexend" pitchFamily="2" charset="77"/>
              </a:defRPr>
            </a:lvl1pPr>
          </a:lstStyle>
          <a:p>
            <a:pPr lvl="0"/>
            <a:r>
              <a:rPr lang="en-US"/>
              <a:t>Mike Rokicki</a:t>
            </a:r>
          </a:p>
        </p:txBody>
      </p:sp>
      <p:sp>
        <p:nvSpPr>
          <p:cNvPr id="14" name="Text Placeholder 22">
            <a:extLst>
              <a:ext uri="{FF2B5EF4-FFF2-40B4-BE49-F238E27FC236}">
                <a16:creationId xmlns:a16="http://schemas.microsoft.com/office/drawing/2014/main" id="{135B987C-7C32-1856-FEB3-DE8E7411E8FF}"/>
              </a:ext>
            </a:extLst>
          </p:cNvPr>
          <p:cNvSpPr>
            <a:spLocks noGrp="1"/>
          </p:cNvSpPr>
          <p:nvPr>
            <p:ph type="body" sz="quarter" idx="53" hasCustomPrompt="1"/>
          </p:nvPr>
        </p:nvSpPr>
        <p:spPr>
          <a:xfrm>
            <a:off x="15680922" y="6778283"/>
            <a:ext cx="3254192" cy="361072"/>
          </a:xfrm>
        </p:spPr>
        <p:txBody>
          <a:bodyPr anchor="t">
            <a:normAutofit/>
          </a:bodyPr>
          <a:lstStyle>
            <a:lvl1pPr marL="0" indent="0" algn="ctr">
              <a:lnSpc>
                <a:spcPct val="90000"/>
              </a:lnSpc>
              <a:buNone/>
              <a:defRPr sz="20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Group Account Director</a:t>
            </a:r>
          </a:p>
        </p:txBody>
      </p:sp>
      <p:sp>
        <p:nvSpPr>
          <p:cNvPr id="15" name="Picture Placeholder 10">
            <a:extLst>
              <a:ext uri="{FF2B5EF4-FFF2-40B4-BE49-F238E27FC236}">
                <a16:creationId xmlns:a16="http://schemas.microsoft.com/office/drawing/2014/main" id="{B8E48678-3F45-DAA1-ADE4-757AEB850ECA}"/>
              </a:ext>
            </a:extLst>
          </p:cNvPr>
          <p:cNvSpPr>
            <a:spLocks noGrp="1"/>
          </p:cNvSpPr>
          <p:nvPr>
            <p:ph type="pic" sz="quarter" idx="54"/>
          </p:nvPr>
        </p:nvSpPr>
        <p:spPr>
          <a:xfrm>
            <a:off x="19330735" y="3211684"/>
            <a:ext cx="2893694" cy="2893694"/>
          </a:xfrm>
          <a:custGeom>
            <a:avLst/>
            <a:gdLst>
              <a:gd name="connsiteX0" fmla="*/ 1596683 w 3193366"/>
              <a:gd name="connsiteY0" fmla="*/ 0 h 3193366"/>
              <a:gd name="connsiteX1" fmla="*/ 3193366 w 3193366"/>
              <a:gd name="connsiteY1" fmla="*/ 1596683 h 3193366"/>
              <a:gd name="connsiteX2" fmla="*/ 1596683 w 3193366"/>
              <a:gd name="connsiteY2" fmla="*/ 3193366 h 3193366"/>
              <a:gd name="connsiteX3" fmla="*/ 0 w 3193366"/>
              <a:gd name="connsiteY3" fmla="*/ 1596683 h 3193366"/>
              <a:gd name="connsiteX4" fmla="*/ 1596683 w 3193366"/>
              <a:gd name="connsiteY4" fmla="*/ 0 h 319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3366" h="3193366">
                <a:moveTo>
                  <a:pt x="1596683" y="0"/>
                </a:moveTo>
                <a:cubicBezTo>
                  <a:pt x="2478507" y="0"/>
                  <a:pt x="3193366" y="714859"/>
                  <a:pt x="3193366" y="1596683"/>
                </a:cubicBezTo>
                <a:cubicBezTo>
                  <a:pt x="3193366" y="2478507"/>
                  <a:pt x="2478507" y="3193366"/>
                  <a:pt x="1596683" y="3193366"/>
                </a:cubicBezTo>
                <a:cubicBezTo>
                  <a:pt x="714859" y="3193366"/>
                  <a:pt x="0" y="2478507"/>
                  <a:pt x="0" y="1596683"/>
                </a:cubicBezTo>
                <a:cubicBezTo>
                  <a:pt x="0" y="714859"/>
                  <a:pt x="714859" y="0"/>
                  <a:pt x="1596683" y="0"/>
                </a:cubicBezTo>
                <a:close/>
              </a:path>
            </a:pathLst>
          </a:custGeom>
          <a:ln w="57150">
            <a:solidFill>
              <a:srgbClr val="0078CF"/>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Autofit/>
          </a:bodyPr>
          <a:lstStyle/>
          <a:p>
            <a:endParaRPr lang="en-US"/>
          </a:p>
        </p:txBody>
      </p:sp>
      <p:sp>
        <p:nvSpPr>
          <p:cNvPr id="16" name="Text Placeholder 22">
            <a:extLst>
              <a:ext uri="{FF2B5EF4-FFF2-40B4-BE49-F238E27FC236}">
                <a16:creationId xmlns:a16="http://schemas.microsoft.com/office/drawing/2014/main" id="{4D294FB0-1BA8-385E-E64F-78393EBE71B0}"/>
              </a:ext>
            </a:extLst>
          </p:cNvPr>
          <p:cNvSpPr>
            <a:spLocks noGrp="1"/>
          </p:cNvSpPr>
          <p:nvPr>
            <p:ph type="body" sz="quarter" idx="55" hasCustomPrompt="1"/>
          </p:nvPr>
        </p:nvSpPr>
        <p:spPr>
          <a:xfrm>
            <a:off x="19155640" y="6349218"/>
            <a:ext cx="3254193" cy="361072"/>
          </a:xfrm>
        </p:spPr>
        <p:txBody>
          <a:bodyPr anchor="t">
            <a:normAutofit/>
          </a:bodyPr>
          <a:lstStyle>
            <a:lvl1pPr marL="0" indent="0" algn="ctr">
              <a:lnSpc>
                <a:spcPct val="90000"/>
              </a:lnSpc>
              <a:buNone/>
              <a:defRPr sz="2600" b="1" i="0">
                <a:solidFill>
                  <a:srgbClr val="0078CF"/>
                </a:solidFill>
                <a:latin typeface="Lexend" pitchFamily="2" charset="77"/>
              </a:defRPr>
            </a:lvl1pPr>
          </a:lstStyle>
          <a:p>
            <a:pPr lvl="0"/>
            <a:r>
              <a:rPr lang="en-US"/>
              <a:t>Mike Rokicki</a:t>
            </a:r>
          </a:p>
        </p:txBody>
      </p:sp>
      <p:sp>
        <p:nvSpPr>
          <p:cNvPr id="17" name="Text Placeholder 22">
            <a:extLst>
              <a:ext uri="{FF2B5EF4-FFF2-40B4-BE49-F238E27FC236}">
                <a16:creationId xmlns:a16="http://schemas.microsoft.com/office/drawing/2014/main" id="{179A6CDA-B055-967F-7C0C-493286D5064D}"/>
              </a:ext>
            </a:extLst>
          </p:cNvPr>
          <p:cNvSpPr>
            <a:spLocks noGrp="1"/>
          </p:cNvSpPr>
          <p:nvPr>
            <p:ph type="body" sz="quarter" idx="56" hasCustomPrompt="1"/>
          </p:nvPr>
        </p:nvSpPr>
        <p:spPr>
          <a:xfrm>
            <a:off x="19155642" y="6778283"/>
            <a:ext cx="3254192" cy="361072"/>
          </a:xfrm>
        </p:spPr>
        <p:txBody>
          <a:bodyPr anchor="t">
            <a:normAutofit/>
          </a:bodyPr>
          <a:lstStyle>
            <a:lvl1pPr marL="0" indent="0" algn="ctr">
              <a:lnSpc>
                <a:spcPct val="90000"/>
              </a:lnSpc>
              <a:buNone/>
              <a:defRPr sz="20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Group Account Director</a:t>
            </a:r>
          </a:p>
        </p:txBody>
      </p:sp>
      <p:sp>
        <p:nvSpPr>
          <p:cNvPr id="18" name="Picture Placeholder 10">
            <a:extLst>
              <a:ext uri="{FF2B5EF4-FFF2-40B4-BE49-F238E27FC236}">
                <a16:creationId xmlns:a16="http://schemas.microsoft.com/office/drawing/2014/main" id="{AA40CD17-D986-4B8A-D320-F9BEB201F02A}"/>
              </a:ext>
            </a:extLst>
          </p:cNvPr>
          <p:cNvSpPr>
            <a:spLocks noGrp="1"/>
          </p:cNvSpPr>
          <p:nvPr>
            <p:ph type="pic" sz="quarter" idx="57"/>
          </p:nvPr>
        </p:nvSpPr>
        <p:spPr>
          <a:xfrm>
            <a:off x="1957135" y="7825887"/>
            <a:ext cx="2893694" cy="2893694"/>
          </a:xfrm>
          <a:custGeom>
            <a:avLst/>
            <a:gdLst>
              <a:gd name="connsiteX0" fmla="*/ 1596683 w 3193366"/>
              <a:gd name="connsiteY0" fmla="*/ 0 h 3193366"/>
              <a:gd name="connsiteX1" fmla="*/ 3193366 w 3193366"/>
              <a:gd name="connsiteY1" fmla="*/ 1596683 h 3193366"/>
              <a:gd name="connsiteX2" fmla="*/ 1596683 w 3193366"/>
              <a:gd name="connsiteY2" fmla="*/ 3193366 h 3193366"/>
              <a:gd name="connsiteX3" fmla="*/ 0 w 3193366"/>
              <a:gd name="connsiteY3" fmla="*/ 1596683 h 3193366"/>
              <a:gd name="connsiteX4" fmla="*/ 1596683 w 3193366"/>
              <a:gd name="connsiteY4" fmla="*/ 0 h 319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3366" h="3193366">
                <a:moveTo>
                  <a:pt x="1596683" y="0"/>
                </a:moveTo>
                <a:cubicBezTo>
                  <a:pt x="2478507" y="0"/>
                  <a:pt x="3193366" y="714859"/>
                  <a:pt x="3193366" y="1596683"/>
                </a:cubicBezTo>
                <a:cubicBezTo>
                  <a:pt x="3193366" y="2478507"/>
                  <a:pt x="2478507" y="3193366"/>
                  <a:pt x="1596683" y="3193366"/>
                </a:cubicBezTo>
                <a:cubicBezTo>
                  <a:pt x="714859" y="3193366"/>
                  <a:pt x="0" y="2478507"/>
                  <a:pt x="0" y="1596683"/>
                </a:cubicBezTo>
                <a:cubicBezTo>
                  <a:pt x="0" y="714859"/>
                  <a:pt x="714859" y="0"/>
                  <a:pt x="1596683" y="0"/>
                </a:cubicBezTo>
                <a:close/>
              </a:path>
            </a:pathLst>
          </a:custGeom>
          <a:ln w="57150">
            <a:solidFill>
              <a:srgbClr val="0078CF"/>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Autofit/>
          </a:bodyPr>
          <a:lstStyle/>
          <a:p>
            <a:endParaRPr lang="en-US"/>
          </a:p>
        </p:txBody>
      </p:sp>
      <p:sp>
        <p:nvSpPr>
          <p:cNvPr id="19" name="Text Placeholder 22">
            <a:extLst>
              <a:ext uri="{FF2B5EF4-FFF2-40B4-BE49-F238E27FC236}">
                <a16:creationId xmlns:a16="http://schemas.microsoft.com/office/drawing/2014/main" id="{2F9B6EE2-1980-F077-AE24-4EFAFA1BE30D}"/>
              </a:ext>
            </a:extLst>
          </p:cNvPr>
          <p:cNvSpPr>
            <a:spLocks noGrp="1"/>
          </p:cNvSpPr>
          <p:nvPr>
            <p:ph type="body" sz="quarter" idx="58" hasCustomPrompt="1"/>
          </p:nvPr>
        </p:nvSpPr>
        <p:spPr>
          <a:xfrm>
            <a:off x="1782040" y="10963421"/>
            <a:ext cx="3254193" cy="361072"/>
          </a:xfrm>
        </p:spPr>
        <p:txBody>
          <a:bodyPr anchor="t">
            <a:normAutofit/>
          </a:bodyPr>
          <a:lstStyle>
            <a:lvl1pPr marL="0" indent="0" algn="ctr">
              <a:lnSpc>
                <a:spcPct val="90000"/>
              </a:lnSpc>
              <a:buNone/>
              <a:defRPr sz="2600" b="1" i="0">
                <a:solidFill>
                  <a:srgbClr val="0078CF"/>
                </a:solidFill>
                <a:latin typeface="Lexend" pitchFamily="2" charset="77"/>
              </a:defRPr>
            </a:lvl1pPr>
          </a:lstStyle>
          <a:p>
            <a:pPr lvl="0"/>
            <a:r>
              <a:rPr lang="en-US"/>
              <a:t>Mike Rokicki</a:t>
            </a:r>
          </a:p>
        </p:txBody>
      </p:sp>
      <p:sp>
        <p:nvSpPr>
          <p:cNvPr id="20" name="Text Placeholder 22">
            <a:extLst>
              <a:ext uri="{FF2B5EF4-FFF2-40B4-BE49-F238E27FC236}">
                <a16:creationId xmlns:a16="http://schemas.microsoft.com/office/drawing/2014/main" id="{FBB19035-024B-BB2B-0378-61D2B40059F9}"/>
              </a:ext>
            </a:extLst>
          </p:cNvPr>
          <p:cNvSpPr>
            <a:spLocks noGrp="1"/>
          </p:cNvSpPr>
          <p:nvPr>
            <p:ph type="body" sz="quarter" idx="59" hasCustomPrompt="1"/>
          </p:nvPr>
        </p:nvSpPr>
        <p:spPr>
          <a:xfrm>
            <a:off x="1782042" y="11392486"/>
            <a:ext cx="3254192" cy="361072"/>
          </a:xfrm>
        </p:spPr>
        <p:txBody>
          <a:bodyPr anchor="t">
            <a:normAutofit/>
          </a:bodyPr>
          <a:lstStyle>
            <a:lvl1pPr marL="0" indent="0" algn="ctr">
              <a:lnSpc>
                <a:spcPct val="90000"/>
              </a:lnSpc>
              <a:buNone/>
              <a:defRPr sz="20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Group Account Director</a:t>
            </a:r>
          </a:p>
        </p:txBody>
      </p:sp>
      <p:sp>
        <p:nvSpPr>
          <p:cNvPr id="21" name="Picture Placeholder 10">
            <a:extLst>
              <a:ext uri="{FF2B5EF4-FFF2-40B4-BE49-F238E27FC236}">
                <a16:creationId xmlns:a16="http://schemas.microsoft.com/office/drawing/2014/main" id="{0960460B-193A-74F1-0A23-6CB2B5ED94BB}"/>
              </a:ext>
            </a:extLst>
          </p:cNvPr>
          <p:cNvSpPr>
            <a:spLocks noGrp="1"/>
          </p:cNvSpPr>
          <p:nvPr>
            <p:ph type="pic" sz="quarter" idx="60"/>
          </p:nvPr>
        </p:nvSpPr>
        <p:spPr>
          <a:xfrm>
            <a:off x="5431855" y="7825887"/>
            <a:ext cx="2893694" cy="2893694"/>
          </a:xfrm>
          <a:custGeom>
            <a:avLst/>
            <a:gdLst>
              <a:gd name="connsiteX0" fmla="*/ 1596683 w 3193366"/>
              <a:gd name="connsiteY0" fmla="*/ 0 h 3193366"/>
              <a:gd name="connsiteX1" fmla="*/ 3193366 w 3193366"/>
              <a:gd name="connsiteY1" fmla="*/ 1596683 h 3193366"/>
              <a:gd name="connsiteX2" fmla="*/ 1596683 w 3193366"/>
              <a:gd name="connsiteY2" fmla="*/ 3193366 h 3193366"/>
              <a:gd name="connsiteX3" fmla="*/ 0 w 3193366"/>
              <a:gd name="connsiteY3" fmla="*/ 1596683 h 3193366"/>
              <a:gd name="connsiteX4" fmla="*/ 1596683 w 3193366"/>
              <a:gd name="connsiteY4" fmla="*/ 0 h 319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3366" h="3193366">
                <a:moveTo>
                  <a:pt x="1596683" y="0"/>
                </a:moveTo>
                <a:cubicBezTo>
                  <a:pt x="2478507" y="0"/>
                  <a:pt x="3193366" y="714859"/>
                  <a:pt x="3193366" y="1596683"/>
                </a:cubicBezTo>
                <a:cubicBezTo>
                  <a:pt x="3193366" y="2478507"/>
                  <a:pt x="2478507" y="3193366"/>
                  <a:pt x="1596683" y="3193366"/>
                </a:cubicBezTo>
                <a:cubicBezTo>
                  <a:pt x="714859" y="3193366"/>
                  <a:pt x="0" y="2478507"/>
                  <a:pt x="0" y="1596683"/>
                </a:cubicBezTo>
                <a:cubicBezTo>
                  <a:pt x="0" y="714859"/>
                  <a:pt x="714859" y="0"/>
                  <a:pt x="1596683" y="0"/>
                </a:cubicBezTo>
                <a:close/>
              </a:path>
            </a:pathLst>
          </a:custGeom>
          <a:ln w="57150">
            <a:solidFill>
              <a:srgbClr val="0078CF"/>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Autofit/>
          </a:bodyPr>
          <a:lstStyle/>
          <a:p>
            <a:endParaRPr lang="en-US"/>
          </a:p>
        </p:txBody>
      </p:sp>
      <p:sp>
        <p:nvSpPr>
          <p:cNvPr id="22" name="Text Placeholder 22">
            <a:extLst>
              <a:ext uri="{FF2B5EF4-FFF2-40B4-BE49-F238E27FC236}">
                <a16:creationId xmlns:a16="http://schemas.microsoft.com/office/drawing/2014/main" id="{C05FDFD4-1C75-0A0C-687D-98DCBAB8FC23}"/>
              </a:ext>
            </a:extLst>
          </p:cNvPr>
          <p:cNvSpPr>
            <a:spLocks noGrp="1"/>
          </p:cNvSpPr>
          <p:nvPr>
            <p:ph type="body" sz="quarter" idx="61" hasCustomPrompt="1"/>
          </p:nvPr>
        </p:nvSpPr>
        <p:spPr>
          <a:xfrm>
            <a:off x="5256760" y="10963421"/>
            <a:ext cx="3254193" cy="361072"/>
          </a:xfrm>
        </p:spPr>
        <p:txBody>
          <a:bodyPr anchor="t">
            <a:normAutofit/>
          </a:bodyPr>
          <a:lstStyle>
            <a:lvl1pPr marL="0" indent="0" algn="ctr">
              <a:lnSpc>
                <a:spcPct val="90000"/>
              </a:lnSpc>
              <a:buNone/>
              <a:defRPr sz="2600" b="1" i="0">
                <a:solidFill>
                  <a:srgbClr val="0078CF"/>
                </a:solidFill>
                <a:latin typeface="Lexend" pitchFamily="2" charset="77"/>
              </a:defRPr>
            </a:lvl1pPr>
          </a:lstStyle>
          <a:p>
            <a:pPr lvl="0"/>
            <a:r>
              <a:rPr lang="en-US"/>
              <a:t>Mike Rokicki</a:t>
            </a:r>
          </a:p>
        </p:txBody>
      </p:sp>
      <p:sp>
        <p:nvSpPr>
          <p:cNvPr id="24" name="Text Placeholder 22">
            <a:extLst>
              <a:ext uri="{FF2B5EF4-FFF2-40B4-BE49-F238E27FC236}">
                <a16:creationId xmlns:a16="http://schemas.microsoft.com/office/drawing/2014/main" id="{F139F74A-EB79-4077-66C8-9F137144D992}"/>
              </a:ext>
            </a:extLst>
          </p:cNvPr>
          <p:cNvSpPr>
            <a:spLocks noGrp="1"/>
          </p:cNvSpPr>
          <p:nvPr>
            <p:ph type="body" sz="quarter" idx="62" hasCustomPrompt="1"/>
          </p:nvPr>
        </p:nvSpPr>
        <p:spPr>
          <a:xfrm>
            <a:off x="5256762" y="11392486"/>
            <a:ext cx="3254192" cy="361072"/>
          </a:xfrm>
        </p:spPr>
        <p:txBody>
          <a:bodyPr anchor="t">
            <a:normAutofit/>
          </a:bodyPr>
          <a:lstStyle>
            <a:lvl1pPr marL="0" indent="0" algn="ctr">
              <a:lnSpc>
                <a:spcPct val="90000"/>
              </a:lnSpc>
              <a:buNone/>
              <a:defRPr sz="20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Group Account Director</a:t>
            </a:r>
          </a:p>
        </p:txBody>
      </p:sp>
      <p:sp>
        <p:nvSpPr>
          <p:cNvPr id="26" name="Picture Placeholder 10">
            <a:extLst>
              <a:ext uri="{FF2B5EF4-FFF2-40B4-BE49-F238E27FC236}">
                <a16:creationId xmlns:a16="http://schemas.microsoft.com/office/drawing/2014/main" id="{AFB13F20-FE3A-D29E-C0A6-74E2D6CBFE5B}"/>
              </a:ext>
            </a:extLst>
          </p:cNvPr>
          <p:cNvSpPr>
            <a:spLocks noGrp="1"/>
          </p:cNvSpPr>
          <p:nvPr>
            <p:ph type="pic" sz="quarter" idx="63"/>
          </p:nvPr>
        </p:nvSpPr>
        <p:spPr>
          <a:xfrm>
            <a:off x="8906575" y="7825887"/>
            <a:ext cx="2893694" cy="2893694"/>
          </a:xfrm>
          <a:custGeom>
            <a:avLst/>
            <a:gdLst>
              <a:gd name="connsiteX0" fmla="*/ 1596683 w 3193366"/>
              <a:gd name="connsiteY0" fmla="*/ 0 h 3193366"/>
              <a:gd name="connsiteX1" fmla="*/ 3193366 w 3193366"/>
              <a:gd name="connsiteY1" fmla="*/ 1596683 h 3193366"/>
              <a:gd name="connsiteX2" fmla="*/ 1596683 w 3193366"/>
              <a:gd name="connsiteY2" fmla="*/ 3193366 h 3193366"/>
              <a:gd name="connsiteX3" fmla="*/ 0 w 3193366"/>
              <a:gd name="connsiteY3" fmla="*/ 1596683 h 3193366"/>
              <a:gd name="connsiteX4" fmla="*/ 1596683 w 3193366"/>
              <a:gd name="connsiteY4" fmla="*/ 0 h 319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3366" h="3193366">
                <a:moveTo>
                  <a:pt x="1596683" y="0"/>
                </a:moveTo>
                <a:cubicBezTo>
                  <a:pt x="2478507" y="0"/>
                  <a:pt x="3193366" y="714859"/>
                  <a:pt x="3193366" y="1596683"/>
                </a:cubicBezTo>
                <a:cubicBezTo>
                  <a:pt x="3193366" y="2478507"/>
                  <a:pt x="2478507" y="3193366"/>
                  <a:pt x="1596683" y="3193366"/>
                </a:cubicBezTo>
                <a:cubicBezTo>
                  <a:pt x="714859" y="3193366"/>
                  <a:pt x="0" y="2478507"/>
                  <a:pt x="0" y="1596683"/>
                </a:cubicBezTo>
                <a:cubicBezTo>
                  <a:pt x="0" y="714859"/>
                  <a:pt x="714859" y="0"/>
                  <a:pt x="1596683" y="0"/>
                </a:cubicBezTo>
                <a:close/>
              </a:path>
            </a:pathLst>
          </a:custGeom>
          <a:ln w="57150">
            <a:solidFill>
              <a:srgbClr val="0078CF"/>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Autofit/>
          </a:bodyPr>
          <a:lstStyle/>
          <a:p>
            <a:endParaRPr lang="en-US"/>
          </a:p>
        </p:txBody>
      </p:sp>
      <p:sp>
        <p:nvSpPr>
          <p:cNvPr id="27" name="Text Placeholder 22">
            <a:extLst>
              <a:ext uri="{FF2B5EF4-FFF2-40B4-BE49-F238E27FC236}">
                <a16:creationId xmlns:a16="http://schemas.microsoft.com/office/drawing/2014/main" id="{04774818-F568-994D-0D45-FFF7AE0EB507}"/>
              </a:ext>
            </a:extLst>
          </p:cNvPr>
          <p:cNvSpPr>
            <a:spLocks noGrp="1"/>
          </p:cNvSpPr>
          <p:nvPr>
            <p:ph type="body" sz="quarter" idx="64" hasCustomPrompt="1"/>
          </p:nvPr>
        </p:nvSpPr>
        <p:spPr>
          <a:xfrm>
            <a:off x="8731480" y="10963421"/>
            <a:ext cx="3254193" cy="361072"/>
          </a:xfrm>
        </p:spPr>
        <p:txBody>
          <a:bodyPr anchor="t">
            <a:normAutofit/>
          </a:bodyPr>
          <a:lstStyle>
            <a:lvl1pPr marL="0" indent="0" algn="ctr">
              <a:lnSpc>
                <a:spcPct val="90000"/>
              </a:lnSpc>
              <a:buNone/>
              <a:defRPr sz="2600" b="1" i="0">
                <a:solidFill>
                  <a:srgbClr val="0078CF"/>
                </a:solidFill>
                <a:latin typeface="Lexend" pitchFamily="2" charset="77"/>
              </a:defRPr>
            </a:lvl1pPr>
          </a:lstStyle>
          <a:p>
            <a:pPr lvl="0"/>
            <a:r>
              <a:rPr lang="en-US"/>
              <a:t>Mike Rokicki</a:t>
            </a:r>
          </a:p>
        </p:txBody>
      </p:sp>
      <p:sp>
        <p:nvSpPr>
          <p:cNvPr id="50" name="Text Placeholder 22">
            <a:extLst>
              <a:ext uri="{FF2B5EF4-FFF2-40B4-BE49-F238E27FC236}">
                <a16:creationId xmlns:a16="http://schemas.microsoft.com/office/drawing/2014/main" id="{82A9C673-6D49-7199-EF9F-577AF97B3182}"/>
              </a:ext>
            </a:extLst>
          </p:cNvPr>
          <p:cNvSpPr>
            <a:spLocks noGrp="1"/>
          </p:cNvSpPr>
          <p:nvPr>
            <p:ph type="body" sz="quarter" idx="65" hasCustomPrompt="1"/>
          </p:nvPr>
        </p:nvSpPr>
        <p:spPr>
          <a:xfrm>
            <a:off x="8731482" y="11392486"/>
            <a:ext cx="3254192" cy="361072"/>
          </a:xfrm>
        </p:spPr>
        <p:txBody>
          <a:bodyPr anchor="t">
            <a:normAutofit/>
          </a:bodyPr>
          <a:lstStyle>
            <a:lvl1pPr marL="0" indent="0" algn="ctr">
              <a:lnSpc>
                <a:spcPct val="90000"/>
              </a:lnSpc>
              <a:buNone/>
              <a:defRPr sz="20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Group Account Director</a:t>
            </a:r>
          </a:p>
        </p:txBody>
      </p:sp>
      <p:sp>
        <p:nvSpPr>
          <p:cNvPr id="51" name="Picture Placeholder 10">
            <a:extLst>
              <a:ext uri="{FF2B5EF4-FFF2-40B4-BE49-F238E27FC236}">
                <a16:creationId xmlns:a16="http://schemas.microsoft.com/office/drawing/2014/main" id="{9D1A70A0-E4C9-B338-DCBE-4157F426A53D}"/>
              </a:ext>
            </a:extLst>
          </p:cNvPr>
          <p:cNvSpPr>
            <a:spLocks noGrp="1"/>
          </p:cNvSpPr>
          <p:nvPr>
            <p:ph type="pic" sz="quarter" idx="66"/>
          </p:nvPr>
        </p:nvSpPr>
        <p:spPr>
          <a:xfrm>
            <a:off x="12381295" y="7825887"/>
            <a:ext cx="2893694" cy="2893694"/>
          </a:xfrm>
          <a:custGeom>
            <a:avLst/>
            <a:gdLst>
              <a:gd name="connsiteX0" fmla="*/ 1596683 w 3193366"/>
              <a:gd name="connsiteY0" fmla="*/ 0 h 3193366"/>
              <a:gd name="connsiteX1" fmla="*/ 3193366 w 3193366"/>
              <a:gd name="connsiteY1" fmla="*/ 1596683 h 3193366"/>
              <a:gd name="connsiteX2" fmla="*/ 1596683 w 3193366"/>
              <a:gd name="connsiteY2" fmla="*/ 3193366 h 3193366"/>
              <a:gd name="connsiteX3" fmla="*/ 0 w 3193366"/>
              <a:gd name="connsiteY3" fmla="*/ 1596683 h 3193366"/>
              <a:gd name="connsiteX4" fmla="*/ 1596683 w 3193366"/>
              <a:gd name="connsiteY4" fmla="*/ 0 h 319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3366" h="3193366">
                <a:moveTo>
                  <a:pt x="1596683" y="0"/>
                </a:moveTo>
                <a:cubicBezTo>
                  <a:pt x="2478507" y="0"/>
                  <a:pt x="3193366" y="714859"/>
                  <a:pt x="3193366" y="1596683"/>
                </a:cubicBezTo>
                <a:cubicBezTo>
                  <a:pt x="3193366" y="2478507"/>
                  <a:pt x="2478507" y="3193366"/>
                  <a:pt x="1596683" y="3193366"/>
                </a:cubicBezTo>
                <a:cubicBezTo>
                  <a:pt x="714859" y="3193366"/>
                  <a:pt x="0" y="2478507"/>
                  <a:pt x="0" y="1596683"/>
                </a:cubicBezTo>
                <a:cubicBezTo>
                  <a:pt x="0" y="714859"/>
                  <a:pt x="714859" y="0"/>
                  <a:pt x="1596683" y="0"/>
                </a:cubicBezTo>
                <a:close/>
              </a:path>
            </a:pathLst>
          </a:custGeom>
          <a:ln w="57150">
            <a:solidFill>
              <a:srgbClr val="0078CF"/>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Autofit/>
          </a:bodyPr>
          <a:lstStyle/>
          <a:p>
            <a:endParaRPr lang="en-US"/>
          </a:p>
        </p:txBody>
      </p:sp>
      <p:sp>
        <p:nvSpPr>
          <p:cNvPr id="52" name="Text Placeholder 22">
            <a:extLst>
              <a:ext uri="{FF2B5EF4-FFF2-40B4-BE49-F238E27FC236}">
                <a16:creationId xmlns:a16="http://schemas.microsoft.com/office/drawing/2014/main" id="{8C84109C-25E2-2E08-8E9D-93456B1D18F8}"/>
              </a:ext>
            </a:extLst>
          </p:cNvPr>
          <p:cNvSpPr>
            <a:spLocks noGrp="1"/>
          </p:cNvSpPr>
          <p:nvPr>
            <p:ph type="body" sz="quarter" idx="67" hasCustomPrompt="1"/>
          </p:nvPr>
        </p:nvSpPr>
        <p:spPr>
          <a:xfrm>
            <a:off x="12206200" y="10963421"/>
            <a:ext cx="3254193" cy="361072"/>
          </a:xfrm>
        </p:spPr>
        <p:txBody>
          <a:bodyPr anchor="t">
            <a:normAutofit/>
          </a:bodyPr>
          <a:lstStyle>
            <a:lvl1pPr marL="0" indent="0" algn="ctr">
              <a:lnSpc>
                <a:spcPct val="90000"/>
              </a:lnSpc>
              <a:buNone/>
              <a:defRPr sz="2600" b="1" i="0">
                <a:solidFill>
                  <a:srgbClr val="0078CF"/>
                </a:solidFill>
                <a:latin typeface="Lexend" pitchFamily="2" charset="77"/>
              </a:defRPr>
            </a:lvl1pPr>
          </a:lstStyle>
          <a:p>
            <a:pPr lvl="0"/>
            <a:r>
              <a:rPr lang="en-US"/>
              <a:t>Mike Rokicki</a:t>
            </a:r>
          </a:p>
        </p:txBody>
      </p:sp>
      <p:sp>
        <p:nvSpPr>
          <p:cNvPr id="53" name="Text Placeholder 22">
            <a:extLst>
              <a:ext uri="{FF2B5EF4-FFF2-40B4-BE49-F238E27FC236}">
                <a16:creationId xmlns:a16="http://schemas.microsoft.com/office/drawing/2014/main" id="{699D0EFC-0D38-27AF-9149-DCC9411C3FD0}"/>
              </a:ext>
            </a:extLst>
          </p:cNvPr>
          <p:cNvSpPr>
            <a:spLocks noGrp="1"/>
          </p:cNvSpPr>
          <p:nvPr>
            <p:ph type="body" sz="quarter" idx="68" hasCustomPrompt="1"/>
          </p:nvPr>
        </p:nvSpPr>
        <p:spPr>
          <a:xfrm>
            <a:off x="12206202" y="11392486"/>
            <a:ext cx="3254192" cy="361072"/>
          </a:xfrm>
        </p:spPr>
        <p:txBody>
          <a:bodyPr anchor="t">
            <a:normAutofit/>
          </a:bodyPr>
          <a:lstStyle>
            <a:lvl1pPr marL="0" indent="0" algn="ctr">
              <a:lnSpc>
                <a:spcPct val="90000"/>
              </a:lnSpc>
              <a:buNone/>
              <a:defRPr sz="20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Group Account Director</a:t>
            </a:r>
          </a:p>
        </p:txBody>
      </p:sp>
      <p:sp>
        <p:nvSpPr>
          <p:cNvPr id="54" name="Picture Placeholder 10">
            <a:extLst>
              <a:ext uri="{FF2B5EF4-FFF2-40B4-BE49-F238E27FC236}">
                <a16:creationId xmlns:a16="http://schemas.microsoft.com/office/drawing/2014/main" id="{6E1B520B-AEE3-14E3-3B23-59EA24C18E9D}"/>
              </a:ext>
            </a:extLst>
          </p:cNvPr>
          <p:cNvSpPr>
            <a:spLocks noGrp="1"/>
          </p:cNvSpPr>
          <p:nvPr>
            <p:ph type="pic" sz="quarter" idx="69"/>
          </p:nvPr>
        </p:nvSpPr>
        <p:spPr>
          <a:xfrm>
            <a:off x="15856015" y="7825887"/>
            <a:ext cx="2893694" cy="2893694"/>
          </a:xfrm>
          <a:custGeom>
            <a:avLst/>
            <a:gdLst>
              <a:gd name="connsiteX0" fmla="*/ 1596683 w 3193366"/>
              <a:gd name="connsiteY0" fmla="*/ 0 h 3193366"/>
              <a:gd name="connsiteX1" fmla="*/ 3193366 w 3193366"/>
              <a:gd name="connsiteY1" fmla="*/ 1596683 h 3193366"/>
              <a:gd name="connsiteX2" fmla="*/ 1596683 w 3193366"/>
              <a:gd name="connsiteY2" fmla="*/ 3193366 h 3193366"/>
              <a:gd name="connsiteX3" fmla="*/ 0 w 3193366"/>
              <a:gd name="connsiteY3" fmla="*/ 1596683 h 3193366"/>
              <a:gd name="connsiteX4" fmla="*/ 1596683 w 3193366"/>
              <a:gd name="connsiteY4" fmla="*/ 0 h 319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3366" h="3193366">
                <a:moveTo>
                  <a:pt x="1596683" y="0"/>
                </a:moveTo>
                <a:cubicBezTo>
                  <a:pt x="2478507" y="0"/>
                  <a:pt x="3193366" y="714859"/>
                  <a:pt x="3193366" y="1596683"/>
                </a:cubicBezTo>
                <a:cubicBezTo>
                  <a:pt x="3193366" y="2478507"/>
                  <a:pt x="2478507" y="3193366"/>
                  <a:pt x="1596683" y="3193366"/>
                </a:cubicBezTo>
                <a:cubicBezTo>
                  <a:pt x="714859" y="3193366"/>
                  <a:pt x="0" y="2478507"/>
                  <a:pt x="0" y="1596683"/>
                </a:cubicBezTo>
                <a:cubicBezTo>
                  <a:pt x="0" y="714859"/>
                  <a:pt x="714859" y="0"/>
                  <a:pt x="1596683" y="0"/>
                </a:cubicBezTo>
                <a:close/>
              </a:path>
            </a:pathLst>
          </a:custGeom>
          <a:ln w="57150">
            <a:solidFill>
              <a:srgbClr val="0078CF"/>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Autofit/>
          </a:bodyPr>
          <a:lstStyle/>
          <a:p>
            <a:endParaRPr lang="en-US"/>
          </a:p>
        </p:txBody>
      </p:sp>
      <p:sp>
        <p:nvSpPr>
          <p:cNvPr id="55" name="Text Placeholder 22">
            <a:extLst>
              <a:ext uri="{FF2B5EF4-FFF2-40B4-BE49-F238E27FC236}">
                <a16:creationId xmlns:a16="http://schemas.microsoft.com/office/drawing/2014/main" id="{3CE61BF4-269A-691B-EBF9-53751FF42577}"/>
              </a:ext>
            </a:extLst>
          </p:cNvPr>
          <p:cNvSpPr>
            <a:spLocks noGrp="1"/>
          </p:cNvSpPr>
          <p:nvPr>
            <p:ph type="body" sz="quarter" idx="70" hasCustomPrompt="1"/>
          </p:nvPr>
        </p:nvSpPr>
        <p:spPr>
          <a:xfrm>
            <a:off x="15680920" y="10963421"/>
            <a:ext cx="3254193" cy="361072"/>
          </a:xfrm>
        </p:spPr>
        <p:txBody>
          <a:bodyPr anchor="t">
            <a:normAutofit/>
          </a:bodyPr>
          <a:lstStyle>
            <a:lvl1pPr marL="0" indent="0" algn="ctr">
              <a:lnSpc>
                <a:spcPct val="90000"/>
              </a:lnSpc>
              <a:buNone/>
              <a:defRPr sz="2600" b="1" i="0">
                <a:solidFill>
                  <a:srgbClr val="0078CF"/>
                </a:solidFill>
                <a:latin typeface="Lexend" pitchFamily="2" charset="77"/>
              </a:defRPr>
            </a:lvl1pPr>
          </a:lstStyle>
          <a:p>
            <a:pPr lvl="0"/>
            <a:r>
              <a:rPr lang="en-US"/>
              <a:t>Mike Rokicki</a:t>
            </a:r>
          </a:p>
        </p:txBody>
      </p:sp>
      <p:sp>
        <p:nvSpPr>
          <p:cNvPr id="56" name="Text Placeholder 22">
            <a:extLst>
              <a:ext uri="{FF2B5EF4-FFF2-40B4-BE49-F238E27FC236}">
                <a16:creationId xmlns:a16="http://schemas.microsoft.com/office/drawing/2014/main" id="{A25A1059-5899-B353-5247-B22F720A9672}"/>
              </a:ext>
            </a:extLst>
          </p:cNvPr>
          <p:cNvSpPr>
            <a:spLocks noGrp="1"/>
          </p:cNvSpPr>
          <p:nvPr>
            <p:ph type="body" sz="quarter" idx="71" hasCustomPrompt="1"/>
          </p:nvPr>
        </p:nvSpPr>
        <p:spPr>
          <a:xfrm>
            <a:off x="15680922" y="11392486"/>
            <a:ext cx="3254192" cy="361072"/>
          </a:xfrm>
        </p:spPr>
        <p:txBody>
          <a:bodyPr anchor="t">
            <a:normAutofit/>
          </a:bodyPr>
          <a:lstStyle>
            <a:lvl1pPr marL="0" indent="0" algn="ctr">
              <a:lnSpc>
                <a:spcPct val="90000"/>
              </a:lnSpc>
              <a:buNone/>
              <a:defRPr sz="20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Group Account Director</a:t>
            </a:r>
          </a:p>
        </p:txBody>
      </p:sp>
      <p:sp>
        <p:nvSpPr>
          <p:cNvPr id="57" name="Picture Placeholder 10">
            <a:extLst>
              <a:ext uri="{FF2B5EF4-FFF2-40B4-BE49-F238E27FC236}">
                <a16:creationId xmlns:a16="http://schemas.microsoft.com/office/drawing/2014/main" id="{C7FED5EB-9EFD-F586-33C3-99ACABF55E37}"/>
              </a:ext>
            </a:extLst>
          </p:cNvPr>
          <p:cNvSpPr>
            <a:spLocks noGrp="1"/>
          </p:cNvSpPr>
          <p:nvPr>
            <p:ph type="pic" sz="quarter" idx="72"/>
          </p:nvPr>
        </p:nvSpPr>
        <p:spPr>
          <a:xfrm>
            <a:off x="19330735" y="7825887"/>
            <a:ext cx="2893694" cy="2893694"/>
          </a:xfrm>
          <a:custGeom>
            <a:avLst/>
            <a:gdLst>
              <a:gd name="connsiteX0" fmla="*/ 1596683 w 3193366"/>
              <a:gd name="connsiteY0" fmla="*/ 0 h 3193366"/>
              <a:gd name="connsiteX1" fmla="*/ 3193366 w 3193366"/>
              <a:gd name="connsiteY1" fmla="*/ 1596683 h 3193366"/>
              <a:gd name="connsiteX2" fmla="*/ 1596683 w 3193366"/>
              <a:gd name="connsiteY2" fmla="*/ 3193366 h 3193366"/>
              <a:gd name="connsiteX3" fmla="*/ 0 w 3193366"/>
              <a:gd name="connsiteY3" fmla="*/ 1596683 h 3193366"/>
              <a:gd name="connsiteX4" fmla="*/ 1596683 w 3193366"/>
              <a:gd name="connsiteY4" fmla="*/ 0 h 319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3366" h="3193366">
                <a:moveTo>
                  <a:pt x="1596683" y="0"/>
                </a:moveTo>
                <a:cubicBezTo>
                  <a:pt x="2478507" y="0"/>
                  <a:pt x="3193366" y="714859"/>
                  <a:pt x="3193366" y="1596683"/>
                </a:cubicBezTo>
                <a:cubicBezTo>
                  <a:pt x="3193366" y="2478507"/>
                  <a:pt x="2478507" y="3193366"/>
                  <a:pt x="1596683" y="3193366"/>
                </a:cubicBezTo>
                <a:cubicBezTo>
                  <a:pt x="714859" y="3193366"/>
                  <a:pt x="0" y="2478507"/>
                  <a:pt x="0" y="1596683"/>
                </a:cubicBezTo>
                <a:cubicBezTo>
                  <a:pt x="0" y="714859"/>
                  <a:pt x="714859" y="0"/>
                  <a:pt x="1596683" y="0"/>
                </a:cubicBezTo>
                <a:close/>
              </a:path>
            </a:pathLst>
          </a:custGeom>
          <a:ln w="57150">
            <a:solidFill>
              <a:srgbClr val="0078CF"/>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Autofit/>
          </a:bodyPr>
          <a:lstStyle/>
          <a:p>
            <a:endParaRPr lang="en-US"/>
          </a:p>
        </p:txBody>
      </p:sp>
      <p:sp>
        <p:nvSpPr>
          <p:cNvPr id="58" name="Text Placeholder 22">
            <a:extLst>
              <a:ext uri="{FF2B5EF4-FFF2-40B4-BE49-F238E27FC236}">
                <a16:creationId xmlns:a16="http://schemas.microsoft.com/office/drawing/2014/main" id="{DD4610AC-55E6-161D-19A6-E53781EE457E}"/>
              </a:ext>
            </a:extLst>
          </p:cNvPr>
          <p:cNvSpPr>
            <a:spLocks noGrp="1"/>
          </p:cNvSpPr>
          <p:nvPr>
            <p:ph type="body" sz="quarter" idx="73" hasCustomPrompt="1"/>
          </p:nvPr>
        </p:nvSpPr>
        <p:spPr>
          <a:xfrm>
            <a:off x="19155640" y="10963421"/>
            <a:ext cx="3254193" cy="361072"/>
          </a:xfrm>
        </p:spPr>
        <p:txBody>
          <a:bodyPr anchor="t">
            <a:normAutofit/>
          </a:bodyPr>
          <a:lstStyle>
            <a:lvl1pPr marL="0" indent="0" algn="ctr">
              <a:lnSpc>
                <a:spcPct val="90000"/>
              </a:lnSpc>
              <a:buNone/>
              <a:defRPr sz="2600" b="1" i="0">
                <a:solidFill>
                  <a:srgbClr val="0078CF"/>
                </a:solidFill>
                <a:latin typeface="Lexend" pitchFamily="2" charset="77"/>
              </a:defRPr>
            </a:lvl1pPr>
          </a:lstStyle>
          <a:p>
            <a:pPr lvl="0"/>
            <a:r>
              <a:rPr lang="en-US"/>
              <a:t>Mike Rokicki</a:t>
            </a:r>
          </a:p>
        </p:txBody>
      </p:sp>
      <p:sp>
        <p:nvSpPr>
          <p:cNvPr id="59" name="Text Placeholder 22">
            <a:extLst>
              <a:ext uri="{FF2B5EF4-FFF2-40B4-BE49-F238E27FC236}">
                <a16:creationId xmlns:a16="http://schemas.microsoft.com/office/drawing/2014/main" id="{AB805839-36B7-1E84-B0B8-DABD90A4C4BF}"/>
              </a:ext>
            </a:extLst>
          </p:cNvPr>
          <p:cNvSpPr>
            <a:spLocks noGrp="1"/>
          </p:cNvSpPr>
          <p:nvPr>
            <p:ph type="body" sz="quarter" idx="74" hasCustomPrompt="1"/>
          </p:nvPr>
        </p:nvSpPr>
        <p:spPr>
          <a:xfrm>
            <a:off x="19155642" y="11392486"/>
            <a:ext cx="3254192" cy="361072"/>
          </a:xfrm>
        </p:spPr>
        <p:txBody>
          <a:bodyPr anchor="t">
            <a:normAutofit/>
          </a:bodyPr>
          <a:lstStyle>
            <a:lvl1pPr marL="0" indent="0" algn="ctr">
              <a:lnSpc>
                <a:spcPct val="90000"/>
              </a:lnSpc>
              <a:buNone/>
              <a:defRPr sz="20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Group Account Director</a:t>
            </a:r>
          </a:p>
        </p:txBody>
      </p:sp>
    </p:spTree>
    <p:extLst>
      <p:ext uri="{BB962C8B-B14F-4D97-AF65-F5344CB8AC3E}">
        <p14:creationId xmlns:p14="http://schemas.microsoft.com/office/powerpoint/2010/main" val="3238171623"/>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Custom Layout">
    <p:bg>
      <p:bgPr>
        <a:solidFill>
          <a:srgbClr val="E6E6E6"/>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D33FF72-7CD1-6D6A-657E-0FCE8DB0CFAA}"/>
              </a:ext>
            </a:extLst>
          </p:cNvPr>
          <p:cNvSpPr>
            <a:spLocks noGrp="1"/>
          </p:cNvSpPr>
          <p:nvPr>
            <p:ph type="body" sz="quarter" idx="10" hasCustomPrompt="1"/>
          </p:nvPr>
        </p:nvSpPr>
        <p:spPr>
          <a:xfrm>
            <a:off x="1140035" y="2905333"/>
            <a:ext cx="688765" cy="991420"/>
          </a:xfrm>
        </p:spPr>
        <p:txBody>
          <a:bodyPr anchor="t">
            <a:normAutofit/>
          </a:bodyPr>
          <a:lstStyle>
            <a:lvl1pPr marL="0" indent="0">
              <a:buNone/>
              <a:defRPr sz="4800" b="1" i="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1.</a:t>
            </a:r>
          </a:p>
        </p:txBody>
      </p:sp>
      <p:sp>
        <p:nvSpPr>
          <p:cNvPr id="7" name="Text Placeholder 5">
            <a:extLst>
              <a:ext uri="{FF2B5EF4-FFF2-40B4-BE49-F238E27FC236}">
                <a16:creationId xmlns:a16="http://schemas.microsoft.com/office/drawing/2014/main" id="{ECCC55EE-E957-483B-FF03-F6A322446920}"/>
              </a:ext>
            </a:extLst>
          </p:cNvPr>
          <p:cNvSpPr>
            <a:spLocks noGrp="1"/>
          </p:cNvSpPr>
          <p:nvPr>
            <p:ph type="body" sz="quarter" idx="11" hasCustomPrompt="1"/>
          </p:nvPr>
        </p:nvSpPr>
        <p:spPr>
          <a:xfrm>
            <a:off x="1864245" y="2905333"/>
            <a:ext cx="17049750" cy="991420"/>
          </a:xfrm>
        </p:spPr>
        <p:txBody>
          <a:bodyPr anchor="t">
            <a:normAutofit/>
          </a:bodyPr>
          <a:lstStyle>
            <a:lvl1pPr marL="0" indent="0">
              <a:buNone/>
              <a:defRPr sz="4800" b="1"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Lorem Ipsum</a:t>
            </a:r>
          </a:p>
        </p:txBody>
      </p:sp>
      <p:sp>
        <p:nvSpPr>
          <p:cNvPr id="2" name="Text Placeholder 5">
            <a:extLst>
              <a:ext uri="{FF2B5EF4-FFF2-40B4-BE49-F238E27FC236}">
                <a16:creationId xmlns:a16="http://schemas.microsoft.com/office/drawing/2014/main" id="{6E14FB73-F26F-CDEB-C9AA-8751485CEF0D}"/>
              </a:ext>
            </a:extLst>
          </p:cNvPr>
          <p:cNvSpPr>
            <a:spLocks noGrp="1"/>
          </p:cNvSpPr>
          <p:nvPr>
            <p:ph type="body" sz="quarter" idx="12" hasCustomPrompt="1"/>
          </p:nvPr>
        </p:nvSpPr>
        <p:spPr>
          <a:xfrm>
            <a:off x="1140034" y="1104667"/>
            <a:ext cx="14123411" cy="991419"/>
          </a:xfrm>
        </p:spPr>
        <p:txBody>
          <a:bodyPr anchor="t">
            <a:normAutofit/>
          </a:bodyPr>
          <a:lstStyle>
            <a:lvl1pPr marL="0" indent="0">
              <a:buNone/>
              <a:defRPr sz="4800" b="1" i="0">
                <a:latin typeface="Lexend" pitchFamily="2" charset="77"/>
              </a:defRPr>
            </a:lvl1pPr>
          </a:lstStyle>
          <a:p>
            <a:pPr lvl="0"/>
            <a:r>
              <a:rPr lang="en-US"/>
              <a:t>Agenda</a:t>
            </a:r>
          </a:p>
        </p:txBody>
      </p:sp>
      <p:sp>
        <p:nvSpPr>
          <p:cNvPr id="8" name="Text Placeholder 5">
            <a:extLst>
              <a:ext uri="{FF2B5EF4-FFF2-40B4-BE49-F238E27FC236}">
                <a16:creationId xmlns:a16="http://schemas.microsoft.com/office/drawing/2014/main" id="{750617FA-0580-BD35-B7B7-B58F70E98BE2}"/>
              </a:ext>
            </a:extLst>
          </p:cNvPr>
          <p:cNvSpPr>
            <a:spLocks noGrp="1"/>
          </p:cNvSpPr>
          <p:nvPr>
            <p:ph type="body" sz="quarter" idx="13" hasCustomPrompt="1"/>
          </p:nvPr>
        </p:nvSpPr>
        <p:spPr>
          <a:xfrm>
            <a:off x="1140035" y="8054108"/>
            <a:ext cx="688765" cy="991420"/>
          </a:xfrm>
        </p:spPr>
        <p:txBody>
          <a:bodyPr anchor="t">
            <a:normAutofit/>
          </a:bodyPr>
          <a:lstStyle>
            <a:lvl1pPr marL="0" indent="0">
              <a:buNone/>
              <a:defRPr sz="4800" b="1" i="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2.</a:t>
            </a:r>
          </a:p>
        </p:txBody>
      </p:sp>
      <p:sp>
        <p:nvSpPr>
          <p:cNvPr id="9" name="Text Placeholder 5">
            <a:extLst>
              <a:ext uri="{FF2B5EF4-FFF2-40B4-BE49-F238E27FC236}">
                <a16:creationId xmlns:a16="http://schemas.microsoft.com/office/drawing/2014/main" id="{4B201F5B-2E16-4548-E969-3E2A4FFC360E}"/>
              </a:ext>
            </a:extLst>
          </p:cNvPr>
          <p:cNvSpPr>
            <a:spLocks noGrp="1"/>
          </p:cNvSpPr>
          <p:nvPr>
            <p:ph type="body" sz="quarter" idx="14" hasCustomPrompt="1"/>
          </p:nvPr>
        </p:nvSpPr>
        <p:spPr>
          <a:xfrm>
            <a:off x="1864245" y="8054108"/>
            <a:ext cx="17049750" cy="991420"/>
          </a:xfrm>
        </p:spPr>
        <p:txBody>
          <a:bodyPr anchor="t">
            <a:normAutofit/>
          </a:bodyPr>
          <a:lstStyle>
            <a:lvl1pPr marL="0" indent="0">
              <a:buNone/>
              <a:defRPr sz="4800" b="1"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Lorem Ipsum</a:t>
            </a:r>
          </a:p>
        </p:txBody>
      </p:sp>
      <p:sp>
        <p:nvSpPr>
          <p:cNvPr id="10" name="Text Placeholder 5">
            <a:extLst>
              <a:ext uri="{FF2B5EF4-FFF2-40B4-BE49-F238E27FC236}">
                <a16:creationId xmlns:a16="http://schemas.microsoft.com/office/drawing/2014/main" id="{FB1B7DD5-ECF8-6BC1-1838-CA3B1C8D64CB}"/>
              </a:ext>
            </a:extLst>
          </p:cNvPr>
          <p:cNvSpPr>
            <a:spLocks noGrp="1"/>
          </p:cNvSpPr>
          <p:nvPr>
            <p:ph type="body" sz="quarter" idx="15" hasCustomPrompt="1"/>
          </p:nvPr>
        </p:nvSpPr>
        <p:spPr>
          <a:xfrm>
            <a:off x="1140035" y="9432742"/>
            <a:ext cx="688765" cy="991420"/>
          </a:xfrm>
        </p:spPr>
        <p:txBody>
          <a:bodyPr anchor="t">
            <a:normAutofit/>
          </a:bodyPr>
          <a:lstStyle>
            <a:lvl1pPr marL="0" indent="0">
              <a:buNone/>
              <a:defRPr sz="4800" b="1" i="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3.</a:t>
            </a:r>
          </a:p>
        </p:txBody>
      </p:sp>
      <p:sp>
        <p:nvSpPr>
          <p:cNvPr id="11" name="Text Placeholder 5">
            <a:extLst>
              <a:ext uri="{FF2B5EF4-FFF2-40B4-BE49-F238E27FC236}">
                <a16:creationId xmlns:a16="http://schemas.microsoft.com/office/drawing/2014/main" id="{11CF2F4F-1E18-292C-E3FA-57715E874622}"/>
              </a:ext>
            </a:extLst>
          </p:cNvPr>
          <p:cNvSpPr>
            <a:spLocks noGrp="1"/>
          </p:cNvSpPr>
          <p:nvPr>
            <p:ph type="body" sz="quarter" idx="16" hasCustomPrompt="1"/>
          </p:nvPr>
        </p:nvSpPr>
        <p:spPr>
          <a:xfrm>
            <a:off x="1864245" y="9432742"/>
            <a:ext cx="17049750" cy="991420"/>
          </a:xfrm>
        </p:spPr>
        <p:txBody>
          <a:bodyPr anchor="t">
            <a:normAutofit/>
          </a:bodyPr>
          <a:lstStyle>
            <a:lvl1pPr marL="0" indent="0">
              <a:buNone/>
              <a:defRPr sz="4800" b="1"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Next Step</a:t>
            </a:r>
          </a:p>
        </p:txBody>
      </p:sp>
      <p:sp>
        <p:nvSpPr>
          <p:cNvPr id="12" name="Text Placeholder 5">
            <a:extLst>
              <a:ext uri="{FF2B5EF4-FFF2-40B4-BE49-F238E27FC236}">
                <a16:creationId xmlns:a16="http://schemas.microsoft.com/office/drawing/2014/main" id="{5A29A070-8191-05DF-1010-A9854125D4F5}"/>
              </a:ext>
            </a:extLst>
          </p:cNvPr>
          <p:cNvSpPr>
            <a:spLocks noGrp="1"/>
          </p:cNvSpPr>
          <p:nvPr>
            <p:ph type="body" sz="quarter" idx="17" hasCustomPrompt="1"/>
          </p:nvPr>
        </p:nvSpPr>
        <p:spPr>
          <a:xfrm>
            <a:off x="1864245" y="4283966"/>
            <a:ext cx="10698204" cy="3129707"/>
          </a:xfrm>
        </p:spPr>
        <p:txBody>
          <a:bodyPr anchor="t">
            <a:noAutofit/>
          </a:bodyPr>
          <a:lstStyle>
            <a:lvl1pPr marL="0" indent="0">
              <a:lnSpc>
                <a:spcPct val="120000"/>
              </a:lnSpc>
              <a:spcBef>
                <a:spcPts val="0"/>
              </a:spcBef>
              <a:buNone/>
              <a:defRPr sz="2400" b="0"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Lorem Ipsum</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a:p>
            <a:pPr lvl="0"/>
            <a:r>
              <a:rPr lang="en-US"/>
              <a:t>Lorem Ipsum</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p:txBody>
      </p:sp>
    </p:spTree>
    <p:extLst>
      <p:ext uri="{BB962C8B-B14F-4D97-AF65-F5344CB8AC3E}">
        <p14:creationId xmlns:p14="http://schemas.microsoft.com/office/powerpoint/2010/main" val="3240953099"/>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rgbClr val="E6E6E6"/>
        </a:solidFill>
        <a:effectLst/>
      </p:bgPr>
    </p:bg>
    <p:spTree>
      <p:nvGrpSpPr>
        <p:cNvPr id="1" name=""/>
        <p:cNvGrpSpPr/>
        <p:nvPr/>
      </p:nvGrpSpPr>
      <p:grpSpPr>
        <a:xfrm>
          <a:off x="0" y="0"/>
          <a:ext cx="0" cy="0"/>
          <a:chOff x="0" y="0"/>
          <a:chExt cx="0" cy="0"/>
        </a:xfrm>
      </p:grpSpPr>
      <p:sp>
        <p:nvSpPr>
          <p:cNvPr id="2" name="Text Placeholder 5">
            <a:extLst>
              <a:ext uri="{FF2B5EF4-FFF2-40B4-BE49-F238E27FC236}">
                <a16:creationId xmlns:a16="http://schemas.microsoft.com/office/drawing/2014/main" id="{6E14FB73-F26F-CDEB-C9AA-8751485CEF0D}"/>
              </a:ext>
            </a:extLst>
          </p:cNvPr>
          <p:cNvSpPr>
            <a:spLocks noGrp="1"/>
          </p:cNvSpPr>
          <p:nvPr>
            <p:ph type="body" sz="quarter" idx="12" hasCustomPrompt="1"/>
          </p:nvPr>
        </p:nvSpPr>
        <p:spPr>
          <a:xfrm>
            <a:off x="1140034" y="1104667"/>
            <a:ext cx="14123411" cy="991419"/>
          </a:xfrm>
        </p:spPr>
        <p:txBody>
          <a:bodyPr anchor="t">
            <a:normAutofit/>
          </a:bodyPr>
          <a:lstStyle>
            <a:lvl1pPr marL="0" indent="0">
              <a:buNone/>
              <a:defRPr sz="4800" b="1" i="0">
                <a:latin typeface="Lexend" pitchFamily="2" charset="77"/>
              </a:defRPr>
            </a:lvl1pPr>
          </a:lstStyle>
          <a:p>
            <a:pPr lvl="0"/>
            <a:r>
              <a:rPr lang="en-US"/>
              <a:t>Schedule</a:t>
            </a:r>
          </a:p>
        </p:txBody>
      </p:sp>
      <p:sp>
        <p:nvSpPr>
          <p:cNvPr id="14" name="Text Placeholder 13">
            <a:extLst>
              <a:ext uri="{FF2B5EF4-FFF2-40B4-BE49-F238E27FC236}">
                <a16:creationId xmlns:a16="http://schemas.microsoft.com/office/drawing/2014/main" id="{275912F1-8B74-6183-5F80-ACA4F2C8E823}"/>
              </a:ext>
            </a:extLst>
          </p:cNvPr>
          <p:cNvSpPr>
            <a:spLocks noGrp="1"/>
          </p:cNvSpPr>
          <p:nvPr>
            <p:ph type="body" sz="quarter" idx="19" hasCustomPrompt="1"/>
          </p:nvPr>
        </p:nvSpPr>
        <p:spPr>
          <a:xfrm>
            <a:off x="1140034" y="2905124"/>
            <a:ext cx="2489431" cy="9235294"/>
          </a:xfrm>
        </p:spPr>
        <p:txBody>
          <a:bodyPr lIns="0" tIns="0" rIns="0" bIns="0" anchor="t"/>
          <a:lstStyle>
            <a:lvl1pPr marL="0" indent="0" algn="r">
              <a:lnSpc>
                <a:spcPct val="120000"/>
              </a:lnSpc>
              <a:spcBef>
                <a:spcPts val="1600"/>
              </a:spcBef>
              <a:buNone/>
              <a:defRPr b="0" i="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9:30 – 9:35​</a:t>
            </a:r>
          </a:p>
          <a:p>
            <a:pPr lvl="0"/>
            <a:r>
              <a:rPr lang="en-US"/>
              <a:t>9:35 – 10:00​</a:t>
            </a:r>
          </a:p>
          <a:p>
            <a:pPr lvl="0"/>
            <a:r>
              <a:rPr lang="en-US"/>
              <a:t>10:00 – 10:45​</a:t>
            </a:r>
          </a:p>
          <a:p>
            <a:pPr lvl="0"/>
            <a:r>
              <a:rPr lang="en-US"/>
              <a:t>10:45 – 11:00​</a:t>
            </a:r>
          </a:p>
          <a:p>
            <a:pPr lvl="0"/>
            <a:r>
              <a:rPr lang="en-US"/>
              <a:t>11:00 – 11:15​</a:t>
            </a:r>
          </a:p>
          <a:p>
            <a:pPr lvl="0"/>
            <a:r>
              <a:rPr lang="en-US"/>
              <a:t>11:15 – 11:30​</a:t>
            </a:r>
          </a:p>
          <a:p>
            <a:pPr lvl="0"/>
            <a:r>
              <a:rPr lang="en-US"/>
              <a:t>11:30 – 1:00​</a:t>
            </a:r>
          </a:p>
          <a:p>
            <a:pPr lvl="0"/>
            <a:r>
              <a:rPr lang="en-US"/>
              <a:t>1:00 – 2:00​</a:t>
            </a:r>
          </a:p>
          <a:p>
            <a:pPr lvl="0"/>
            <a:r>
              <a:rPr lang="en-US"/>
              <a:t>2:00 – 3:30​</a:t>
            </a:r>
          </a:p>
          <a:p>
            <a:pPr lvl="0"/>
            <a:r>
              <a:rPr lang="en-US"/>
              <a:t>3:30 – 3:45​</a:t>
            </a:r>
          </a:p>
          <a:p>
            <a:pPr lvl="0"/>
            <a:r>
              <a:rPr lang="en-US"/>
              <a:t>3:45 – 4:45​</a:t>
            </a:r>
          </a:p>
          <a:p>
            <a:pPr lvl="0"/>
            <a:r>
              <a:rPr lang="en-US"/>
              <a:t>4:45 – 5:00​</a:t>
            </a:r>
          </a:p>
        </p:txBody>
      </p:sp>
      <p:sp>
        <p:nvSpPr>
          <p:cNvPr id="15" name="Text Placeholder 13">
            <a:extLst>
              <a:ext uri="{FF2B5EF4-FFF2-40B4-BE49-F238E27FC236}">
                <a16:creationId xmlns:a16="http://schemas.microsoft.com/office/drawing/2014/main" id="{4B00B652-EEE7-09CA-7474-C52C23A56E94}"/>
              </a:ext>
            </a:extLst>
          </p:cNvPr>
          <p:cNvSpPr>
            <a:spLocks noGrp="1"/>
          </p:cNvSpPr>
          <p:nvPr>
            <p:ph type="body" sz="quarter" idx="20" hasCustomPrompt="1"/>
          </p:nvPr>
        </p:nvSpPr>
        <p:spPr>
          <a:xfrm>
            <a:off x="4131488" y="2905124"/>
            <a:ext cx="16374242" cy="9235293"/>
          </a:xfrm>
        </p:spPr>
        <p:txBody>
          <a:bodyPr lIns="0" tIns="0" rIns="0" bIns="0" anchor="t"/>
          <a:lstStyle>
            <a:lvl1pPr marL="0" indent="0" algn="l">
              <a:lnSpc>
                <a:spcPct val="120000"/>
              </a:lnSpc>
              <a:spcBef>
                <a:spcPts val="1600"/>
              </a:spcBef>
              <a:buNone/>
              <a:defRPr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Settle In​</a:t>
            </a:r>
          </a:p>
          <a:p>
            <a:pPr lvl="0"/>
            <a:r>
              <a:rPr lang="en-US"/>
              <a:t>DCX Business Context​</a:t>
            </a:r>
          </a:p>
          <a:p>
            <a:pPr lvl="0"/>
            <a:r>
              <a:rPr lang="en-US"/>
              <a:t>Product Solution &amp; Vision​</a:t>
            </a:r>
          </a:p>
          <a:p>
            <a:pPr lvl="0"/>
            <a:r>
              <a:rPr lang="en-US"/>
              <a:t>Architecture Vision​</a:t>
            </a:r>
          </a:p>
          <a:p>
            <a:pPr lvl="0"/>
            <a:r>
              <a:rPr lang="en-US"/>
              <a:t>Ancillary Projects​</a:t>
            </a:r>
          </a:p>
          <a:p>
            <a:pPr lvl="0"/>
            <a:r>
              <a:rPr lang="en-US"/>
              <a:t>Break ​</a:t>
            </a:r>
          </a:p>
          <a:p>
            <a:pPr lvl="0"/>
            <a:r>
              <a:rPr lang="en-US"/>
              <a:t>Draft Plans Review and Management Feedback (include ROAM Risks &amp; Dependencies)​</a:t>
            </a:r>
          </a:p>
          <a:p>
            <a:pPr lvl="0"/>
            <a:r>
              <a:rPr lang="en-US"/>
              <a:t>Lunch​</a:t>
            </a:r>
          </a:p>
          <a:p>
            <a:pPr lvl="0"/>
            <a:r>
              <a:rPr lang="en-US"/>
              <a:t>Continue Board Adjustments​</a:t>
            </a:r>
          </a:p>
          <a:p>
            <a:pPr lvl="0"/>
            <a:r>
              <a:rPr lang="en-US"/>
              <a:t>Break​</a:t>
            </a:r>
          </a:p>
          <a:p>
            <a:pPr lvl="0"/>
            <a:r>
              <a:rPr lang="en-US"/>
              <a:t>Final Plan Review &amp; Discuss Risks​</a:t>
            </a:r>
          </a:p>
          <a:p>
            <a:pPr lvl="0"/>
            <a:r>
              <a:rPr lang="en-US"/>
              <a:t>Wrap​</a:t>
            </a:r>
          </a:p>
        </p:txBody>
      </p:sp>
    </p:spTree>
    <p:extLst>
      <p:ext uri="{BB962C8B-B14F-4D97-AF65-F5344CB8AC3E}">
        <p14:creationId xmlns:p14="http://schemas.microsoft.com/office/powerpoint/2010/main" val="970215401"/>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Goal Slide - CECONY">
    <p:bg>
      <p:bgPr>
        <a:solidFill>
          <a:srgbClr val="0078CF"/>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8CB11F9-FEA9-961D-EA49-2510FFA90B75}"/>
              </a:ext>
            </a:extLst>
          </p:cNvPr>
          <p:cNvGrpSpPr/>
          <p:nvPr userDrawn="1"/>
        </p:nvGrpSpPr>
        <p:grpSpPr>
          <a:xfrm>
            <a:off x="1146369" y="13073547"/>
            <a:ext cx="4045180" cy="262701"/>
            <a:chOff x="917769" y="11646129"/>
            <a:chExt cx="4045180" cy="262701"/>
          </a:xfrm>
        </p:grpSpPr>
        <p:pic>
          <p:nvPicPr>
            <p:cNvPr id="3" name="Picture 2" descr="A white letter on a black background&#10;&#10;Description automatically generated">
              <a:extLst>
                <a:ext uri="{FF2B5EF4-FFF2-40B4-BE49-F238E27FC236}">
                  <a16:creationId xmlns:a16="http://schemas.microsoft.com/office/drawing/2014/main" id="{9D297D34-301F-7B86-B2F3-22A30F53B2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544" y="11646129"/>
              <a:ext cx="798405" cy="262701"/>
            </a:xfrm>
            <a:prstGeom prst="rect">
              <a:avLst/>
            </a:prstGeom>
          </p:spPr>
        </p:pic>
        <p:pic>
          <p:nvPicPr>
            <p:cNvPr id="4" name="Group" descr="Group">
              <a:extLst>
                <a:ext uri="{FF2B5EF4-FFF2-40B4-BE49-F238E27FC236}">
                  <a16:creationId xmlns:a16="http://schemas.microsoft.com/office/drawing/2014/main" id="{8121AE96-6054-6540-06AD-729346E3B420}"/>
                </a:ext>
              </a:extLst>
            </p:cNvPr>
            <p:cNvPicPr>
              <a:picLocks noChangeAspect="1"/>
            </p:cNvPicPr>
            <p:nvPr userDrawn="1"/>
          </p:nvPicPr>
          <p:blipFill>
            <a:blip r:embed="rId3"/>
            <a:srcRect/>
            <a:stretch>
              <a:fillRect/>
            </a:stretch>
          </p:blipFill>
          <p:spPr>
            <a:xfrm>
              <a:off x="917769" y="11656859"/>
              <a:ext cx="1133346" cy="220989"/>
            </a:xfrm>
            <a:prstGeom prst="rect">
              <a:avLst/>
            </a:prstGeom>
            <a:ln w="12700" cap="flat">
              <a:noFill/>
              <a:miter lim="400000"/>
            </a:ln>
            <a:effectLst/>
          </p:spPr>
        </p:pic>
        <p:pic>
          <p:nvPicPr>
            <p:cNvPr id="5" name="Image" descr="Image">
              <a:extLst>
                <a:ext uri="{FF2B5EF4-FFF2-40B4-BE49-F238E27FC236}">
                  <a16:creationId xmlns:a16="http://schemas.microsoft.com/office/drawing/2014/main" id="{1498CC74-771D-8F29-8070-F26419ED9CB4}"/>
                </a:ext>
              </a:extLst>
            </p:cNvPr>
            <p:cNvPicPr>
              <a:picLocks noChangeAspect="1"/>
            </p:cNvPicPr>
            <p:nvPr userDrawn="1"/>
          </p:nvPicPr>
          <p:blipFill>
            <a:blip r:embed="rId4"/>
            <a:srcRect/>
            <a:stretch>
              <a:fillRect/>
            </a:stretch>
          </p:blipFill>
          <p:spPr>
            <a:xfrm>
              <a:off x="2283042" y="11656859"/>
              <a:ext cx="1662276" cy="226572"/>
            </a:xfrm>
            <a:prstGeom prst="rect">
              <a:avLst/>
            </a:prstGeom>
            <a:ln w="12700" cap="flat">
              <a:noFill/>
              <a:miter lim="400000"/>
            </a:ln>
            <a:effectLst/>
          </p:spPr>
        </p:pic>
      </p:grpSp>
      <p:sp>
        <p:nvSpPr>
          <p:cNvPr id="10" name="Text">
            <a:extLst>
              <a:ext uri="{FF2B5EF4-FFF2-40B4-BE49-F238E27FC236}">
                <a16:creationId xmlns:a16="http://schemas.microsoft.com/office/drawing/2014/main" id="{56C97E6A-86DA-E78A-EA26-A70302A6986B}"/>
              </a:ext>
            </a:extLst>
          </p:cNvPr>
          <p:cNvSpPr txBox="1"/>
          <p:nvPr userDrawn="1"/>
        </p:nvSpPr>
        <p:spPr>
          <a:xfrm>
            <a:off x="22732827" y="13063095"/>
            <a:ext cx="582458" cy="4227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lvl1pPr marR="38100" algn="r" defTabSz="863600">
              <a:defRPr sz="2000" b="1">
                <a:uFill>
                  <a:solidFill>
                    <a:srgbClr val="3A88FE"/>
                  </a:solidFill>
                </a:uFill>
              </a:defRPr>
            </a:lvl1pPr>
          </a:lstStyle>
          <a:p>
            <a:fld id="{86CB4B4D-7CA3-9044-876B-883B54F8677D}" type="slidenum">
              <a:rPr>
                <a:solidFill>
                  <a:schemeClr val="bg1"/>
                </a:solidFill>
              </a:rPr>
              <a:t>‹#›</a:t>
            </a:fld>
            <a:endParaRPr>
              <a:solidFill>
                <a:schemeClr val="bg1"/>
              </a:solidFill>
            </a:endParaRPr>
          </a:p>
        </p:txBody>
      </p:sp>
      <p:sp>
        <p:nvSpPr>
          <p:cNvPr id="12" name="Text Placeholder 5">
            <a:extLst>
              <a:ext uri="{FF2B5EF4-FFF2-40B4-BE49-F238E27FC236}">
                <a16:creationId xmlns:a16="http://schemas.microsoft.com/office/drawing/2014/main" id="{4ECE8757-E45B-694B-B8E9-57E354A66FE2}"/>
              </a:ext>
            </a:extLst>
          </p:cNvPr>
          <p:cNvSpPr>
            <a:spLocks noGrp="1"/>
          </p:cNvSpPr>
          <p:nvPr>
            <p:ph type="body" sz="quarter" idx="11" hasCustomPrompt="1"/>
          </p:nvPr>
        </p:nvSpPr>
        <p:spPr>
          <a:xfrm>
            <a:off x="3667125" y="6387054"/>
            <a:ext cx="17049750" cy="1884363"/>
          </a:xfrm>
        </p:spPr>
        <p:txBody>
          <a:bodyPr anchor="t">
            <a:noAutofit/>
          </a:bodyPr>
          <a:lstStyle>
            <a:lvl1pPr marL="0" indent="0" algn="ctr">
              <a:lnSpc>
                <a:spcPct val="100000"/>
              </a:lnSpc>
              <a:buNone/>
              <a:defRPr sz="6800" b="1" i="0">
                <a:solidFill>
                  <a:schemeClr val="bg1"/>
                </a:solidFill>
                <a:latin typeface="Lexend" pitchFamily="2" charset="77"/>
              </a:defRPr>
            </a:lvl1pPr>
          </a:lstStyle>
          <a:p>
            <a:pPr lvl="0"/>
            <a:r>
              <a:rPr lang="en-US"/>
              <a:t>Lorem ipsum dolor sit </a:t>
            </a:r>
            <a:r>
              <a:rPr lang="en-US" err="1"/>
              <a:t>amet</a:t>
            </a:r>
            <a:r>
              <a:rPr lang="en-US"/>
              <a:t> </a:t>
            </a:r>
            <a:r>
              <a:rPr lang="en-US" err="1"/>
              <a:t>consectetur</a:t>
            </a:r>
            <a:endParaRPr lang="en-US"/>
          </a:p>
        </p:txBody>
      </p:sp>
      <p:sp>
        <p:nvSpPr>
          <p:cNvPr id="6" name="Text Placeholder 5">
            <a:extLst>
              <a:ext uri="{FF2B5EF4-FFF2-40B4-BE49-F238E27FC236}">
                <a16:creationId xmlns:a16="http://schemas.microsoft.com/office/drawing/2014/main" id="{5A7B89FA-EE6F-0AB9-3CA3-52F1F143F5A2}"/>
              </a:ext>
            </a:extLst>
          </p:cNvPr>
          <p:cNvSpPr>
            <a:spLocks noGrp="1"/>
          </p:cNvSpPr>
          <p:nvPr>
            <p:ph type="body" sz="quarter" idx="12" hasCustomPrompt="1"/>
          </p:nvPr>
        </p:nvSpPr>
        <p:spPr>
          <a:xfrm>
            <a:off x="3667125" y="4928278"/>
            <a:ext cx="17049750" cy="681929"/>
          </a:xfrm>
        </p:spPr>
        <p:txBody>
          <a:bodyPr anchor="t">
            <a:normAutofit/>
          </a:bodyPr>
          <a:lstStyle>
            <a:lvl1pPr marL="0" indent="0" algn="ctr">
              <a:buNone/>
              <a:defRPr sz="3600" b="1" i="0">
                <a:solidFill>
                  <a:schemeClr val="bg1"/>
                </a:solidFill>
                <a:latin typeface="Lexend" pitchFamily="2" charset="77"/>
              </a:defRPr>
            </a:lvl1pPr>
          </a:lstStyle>
          <a:p>
            <a:pPr lvl="0"/>
            <a:r>
              <a:rPr lang="en-US"/>
              <a:t>Lorem ipsum</a:t>
            </a:r>
          </a:p>
        </p:txBody>
      </p:sp>
    </p:spTree>
    <p:extLst>
      <p:ext uri="{BB962C8B-B14F-4D97-AF65-F5344CB8AC3E}">
        <p14:creationId xmlns:p14="http://schemas.microsoft.com/office/powerpoint/2010/main" val="2132881406"/>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oal Slide - ORU">
    <p:bg>
      <p:bgPr>
        <a:solidFill>
          <a:srgbClr val="FF8E2C"/>
        </a:solidFill>
        <a:effectLst/>
      </p:bgPr>
    </p:bg>
    <p:spTree>
      <p:nvGrpSpPr>
        <p:cNvPr id="1" name=""/>
        <p:cNvGrpSpPr/>
        <p:nvPr/>
      </p:nvGrpSpPr>
      <p:grpSpPr>
        <a:xfrm>
          <a:off x="0" y="0"/>
          <a:ext cx="0" cy="0"/>
          <a:chOff x="0" y="0"/>
          <a:chExt cx="0" cy="0"/>
        </a:xfrm>
      </p:grpSpPr>
      <p:sp>
        <p:nvSpPr>
          <p:cNvPr id="2" name="Text Placeholder 5">
            <a:extLst>
              <a:ext uri="{FF2B5EF4-FFF2-40B4-BE49-F238E27FC236}">
                <a16:creationId xmlns:a16="http://schemas.microsoft.com/office/drawing/2014/main" id="{91EA3B5C-1064-FA20-A0D3-EDCFC5D03630}"/>
              </a:ext>
            </a:extLst>
          </p:cNvPr>
          <p:cNvSpPr>
            <a:spLocks noGrp="1"/>
          </p:cNvSpPr>
          <p:nvPr>
            <p:ph type="body" sz="quarter" idx="11" hasCustomPrompt="1"/>
          </p:nvPr>
        </p:nvSpPr>
        <p:spPr>
          <a:xfrm>
            <a:off x="3667125" y="6387054"/>
            <a:ext cx="17049750" cy="1884363"/>
          </a:xfrm>
        </p:spPr>
        <p:txBody>
          <a:bodyPr anchor="t">
            <a:noAutofit/>
          </a:bodyPr>
          <a:lstStyle>
            <a:lvl1pPr marL="0" indent="0" algn="ctr">
              <a:lnSpc>
                <a:spcPct val="100000"/>
              </a:lnSpc>
              <a:buNone/>
              <a:defRPr sz="6800" b="1" i="0">
                <a:solidFill>
                  <a:srgbClr val="004557"/>
                </a:solidFill>
                <a:latin typeface="Lexend" pitchFamily="2" charset="77"/>
              </a:defRPr>
            </a:lvl1pPr>
          </a:lstStyle>
          <a:p>
            <a:pPr lvl="0"/>
            <a:r>
              <a:rPr lang="en-US"/>
              <a:t>Lorem ipsum dolor sit </a:t>
            </a:r>
            <a:r>
              <a:rPr lang="en-US" err="1"/>
              <a:t>amet</a:t>
            </a:r>
            <a:r>
              <a:rPr lang="en-US"/>
              <a:t> </a:t>
            </a:r>
            <a:r>
              <a:rPr lang="en-US" err="1"/>
              <a:t>consectetur</a:t>
            </a:r>
            <a:endParaRPr lang="en-US"/>
          </a:p>
        </p:txBody>
      </p:sp>
      <p:sp>
        <p:nvSpPr>
          <p:cNvPr id="3" name="Text Placeholder 5">
            <a:extLst>
              <a:ext uri="{FF2B5EF4-FFF2-40B4-BE49-F238E27FC236}">
                <a16:creationId xmlns:a16="http://schemas.microsoft.com/office/drawing/2014/main" id="{C4530964-3527-38F9-1649-08DC81822374}"/>
              </a:ext>
            </a:extLst>
          </p:cNvPr>
          <p:cNvSpPr>
            <a:spLocks noGrp="1"/>
          </p:cNvSpPr>
          <p:nvPr>
            <p:ph type="body" sz="quarter" idx="12" hasCustomPrompt="1"/>
          </p:nvPr>
        </p:nvSpPr>
        <p:spPr>
          <a:xfrm>
            <a:off x="3667125" y="4928278"/>
            <a:ext cx="17049750" cy="681929"/>
          </a:xfrm>
        </p:spPr>
        <p:txBody>
          <a:bodyPr anchor="t">
            <a:normAutofit/>
          </a:bodyPr>
          <a:lstStyle>
            <a:lvl1pPr marL="0" indent="0" algn="ctr">
              <a:buNone/>
              <a:defRPr sz="3600" b="1" i="0">
                <a:solidFill>
                  <a:srgbClr val="004557"/>
                </a:solidFill>
                <a:latin typeface="Lexend" pitchFamily="2" charset="77"/>
              </a:defRPr>
            </a:lvl1pPr>
          </a:lstStyle>
          <a:p>
            <a:pPr lvl="0"/>
            <a:r>
              <a:rPr lang="en-US"/>
              <a:t>Lorem ipsum</a:t>
            </a:r>
          </a:p>
        </p:txBody>
      </p:sp>
    </p:spTree>
    <p:extLst>
      <p:ext uri="{BB962C8B-B14F-4D97-AF65-F5344CB8AC3E}">
        <p14:creationId xmlns:p14="http://schemas.microsoft.com/office/powerpoint/2010/main" val="74704711"/>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andard Slide with Breadcrumb">
    <p:bg>
      <p:bgPr>
        <a:solidFill>
          <a:schemeClr val="bg1"/>
        </a:solidFill>
        <a:effectLst/>
      </p:bgPr>
    </p:bg>
    <p:spTree>
      <p:nvGrpSpPr>
        <p:cNvPr id="1" name=""/>
        <p:cNvGrpSpPr/>
        <p:nvPr/>
      </p:nvGrpSpPr>
      <p:grpSpPr>
        <a:xfrm>
          <a:off x="0" y="0"/>
          <a:ext cx="0" cy="0"/>
          <a:chOff x="0" y="0"/>
          <a:chExt cx="0" cy="0"/>
        </a:xfrm>
      </p:grpSpPr>
      <p:sp>
        <p:nvSpPr>
          <p:cNvPr id="49" name="Text Placeholder 22">
            <a:extLst>
              <a:ext uri="{FF2B5EF4-FFF2-40B4-BE49-F238E27FC236}">
                <a16:creationId xmlns:a16="http://schemas.microsoft.com/office/drawing/2014/main" id="{C9094DED-F9C9-DF89-0BCD-FE336C738FE0}"/>
              </a:ext>
            </a:extLst>
          </p:cNvPr>
          <p:cNvSpPr>
            <a:spLocks noGrp="1"/>
          </p:cNvSpPr>
          <p:nvPr>
            <p:ph type="body" sz="quarter" idx="41" hasCustomPrompt="1"/>
          </p:nvPr>
        </p:nvSpPr>
        <p:spPr>
          <a:xfrm>
            <a:off x="1143000" y="1017564"/>
            <a:ext cx="8168640" cy="304799"/>
          </a:xfrm>
        </p:spPr>
        <p:txBody>
          <a:bodyPr anchor="t">
            <a:noAutofit/>
          </a:bodyPr>
          <a:lstStyle>
            <a:lvl1pPr marL="0" indent="0" algn="l">
              <a:lnSpc>
                <a:spcPct val="90000"/>
              </a:lnSpc>
              <a:buNone/>
              <a:defRPr sz="2400" b="1" i="0">
                <a:solidFill>
                  <a:srgbClr val="636363"/>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pPr lvl="0"/>
            <a:r>
              <a:rPr lang="en-US"/>
              <a:t>BREADCRUMB</a:t>
            </a:r>
          </a:p>
        </p:txBody>
      </p:sp>
      <p:sp>
        <p:nvSpPr>
          <p:cNvPr id="28" name="Text Placeholder 22">
            <a:extLst>
              <a:ext uri="{FF2B5EF4-FFF2-40B4-BE49-F238E27FC236}">
                <a16:creationId xmlns:a16="http://schemas.microsoft.com/office/drawing/2014/main" id="{762F3095-ACCA-BB31-237E-3FEB7A705EC3}"/>
              </a:ext>
            </a:extLst>
          </p:cNvPr>
          <p:cNvSpPr>
            <a:spLocks noGrp="1"/>
          </p:cNvSpPr>
          <p:nvPr>
            <p:ph type="body" sz="quarter" idx="42" hasCustomPrompt="1"/>
          </p:nvPr>
        </p:nvSpPr>
        <p:spPr>
          <a:xfrm>
            <a:off x="1142999" y="1491178"/>
            <a:ext cx="17454489" cy="607255"/>
          </a:xfrm>
        </p:spPr>
        <p:txBody>
          <a:bodyPr anchor="t">
            <a:noAutofit/>
          </a:bodyPr>
          <a:lstStyle>
            <a:lvl1pPr marL="0" indent="0" algn="l">
              <a:lnSpc>
                <a:spcPct val="90000"/>
              </a:lnSpc>
              <a:buNone/>
              <a:defRPr sz="4800" b="1" i="0">
                <a:solidFill>
                  <a:schemeClr val="tx1"/>
                </a:solidFill>
                <a:latin typeface="Lexend" pitchFamily="2" charset="77"/>
              </a:defRPr>
            </a:lvl1pPr>
          </a:lstStyle>
          <a:p>
            <a:pPr lvl="0"/>
            <a:r>
              <a:rPr lang="en-US"/>
              <a:t>Headline goes here…</a:t>
            </a:r>
          </a:p>
        </p:txBody>
      </p:sp>
    </p:spTree>
    <p:extLst>
      <p:ext uri="{BB962C8B-B14F-4D97-AF65-F5344CB8AC3E}">
        <p14:creationId xmlns:p14="http://schemas.microsoft.com/office/powerpoint/2010/main" val="1069512426"/>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andard Slide">
    <p:bg>
      <p:bgPr>
        <a:solidFill>
          <a:schemeClr val="bg1"/>
        </a:solidFill>
        <a:effectLst/>
      </p:bgPr>
    </p:bg>
    <p:spTree>
      <p:nvGrpSpPr>
        <p:cNvPr id="1" name=""/>
        <p:cNvGrpSpPr/>
        <p:nvPr/>
      </p:nvGrpSpPr>
      <p:grpSpPr>
        <a:xfrm>
          <a:off x="0" y="0"/>
          <a:ext cx="0" cy="0"/>
          <a:chOff x="0" y="0"/>
          <a:chExt cx="0" cy="0"/>
        </a:xfrm>
      </p:grpSpPr>
      <p:sp>
        <p:nvSpPr>
          <p:cNvPr id="28" name="Text Placeholder 22">
            <a:extLst>
              <a:ext uri="{FF2B5EF4-FFF2-40B4-BE49-F238E27FC236}">
                <a16:creationId xmlns:a16="http://schemas.microsoft.com/office/drawing/2014/main" id="{762F3095-ACCA-BB31-237E-3FEB7A705EC3}"/>
              </a:ext>
            </a:extLst>
          </p:cNvPr>
          <p:cNvSpPr>
            <a:spLocks noGrp="1"/>
          </p:cNvSpPr>
          <p:nvPr>
            <p:ph type="body" sz="quarter" idx="42" hasCustomPrompt="1"/>
          </p:nvPr>
        </p:nvSpPr>
        <p:spPr>
          <a:xfrm>
            <a:off x="1142999" y="1018735"/>
            <a:ext cx="17454489" cy="607255"/>
          </a:xfrm>
        </p:spPr>
        <p:txBody>
          <a:bodyPr anchor="t">
            <a:noAutofit/>
          </a:bodyPr>
          <a:lstStyle>
            <a:lvl1pPr marL="0" indent="0" algn="l">
              <a:lnSpc>
                <a:spcPct val="90000"/>
              </a:lnSpc>
              <a:buNone/>
              <a:defRPr sz="4800" b="1" i="0">
                <a:solidFill>
                  <a:schemeClr val="tx1"/>
                </a:solidFill>
                <a:latin typeface="Lexend" pitchFamily="2" charset="77"/>
              </a:defRPr>
            </a:lvl1pPr>
          </a:lstStyle>
          <a:p>
            <a:pPr lvl="0"/>
            <a:r>
              <a:rPr lang="en-US"/>
              <a:t>Headline goes here…</a:t>
            </a:r>
          </a:p>
          <a:p>
            <a:pPr lvl="0"/>
            <a:endParaRPr lang="en-US"/>
          </a:p>
        </p:txBody>
      </p:sp>
    </p:spTree>
    <p:extLst>
      <p:ext uri="{BB962C8B-B14F-4D97-AF65-F5344CB8AC3E}">
        <p14:creationId xmlns:p14="http://schemas.microsoft.com/office/powerpoint/2010/main" val="1625409879"/>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Standard Slide with Breadcrumb">
    <p:bg>
      <p:bgPr>
        <a:solidFill>
          <a:schemeClr val="bg1"/>
        </a:solidFill>
        <a:effectLst/>
      </p:bgPr>
    </p:bg>
    <p:spTree>
      <p:nvGrpSpPr>
        <p:cNvPr id="1" name=""/>
        <p:cNvGrpSpPr/>
        <p:nvPr/>
      </p:nvGrpSpPr>
      <p:grpSpPr>
        <a:xfrm>
          <a:off x="0" y="0"/>
          <a:ext cx="0" cy="0"/>
          <a:chOff x="0" y="0"/>
          <a:chExt cx="0" cy="0"/>
        </a:xfrm>
      </p:grpSpPr>
      <p:sp>
        <p:nvSpPr>
          <p:cNvPr id="49" name="Text Placeholder 22">
            <a:extLst>
              <a:ext uri="{FF2B5EF4-FFF2-40B4-BE49-F238E27FC236}">
                <a16:creationId xmlns:a16="http://schemas.microsoft.com/office/drawing/2014/main" id="{C9094DED-F9C9-DF89-0BCD-FE336C738FE0}"/>
              </a:ext>
            </a:extLst>
          </p:cNvPr>
          <p:cNvSpPr>
            <a:spLocks noGrp="1"/>
          </p:cNvSpPr>
          <p:nvPr>
            <p:ph type="body" sz="quarter" idx="41" hasCustomPrompt="1"/>
          </p:nvPr>
        </p:nvSpPr>
        <p:spPr>
          <a:xfrm>
            <a:off x="1143000" y="1017564"/>
            <a:ext cx="8168640" cy="304799"/>
          </a:xfrm>
        </p:spPr>
        <p:txBody>
          <a:bodyPr anchor="t">
            <a:noAutofit/>
          </a:bodyPr>
          <a:lstStyle>
            <a:lvl1pPr marL="0" indent="0" algn="l">
              <a:lnSpc>
                <a:spcPct val="90000"/>
              </a:lnSpc>
              <a:buNone/>
              <a:defRPr sz="2400" b="1" i="0">
                <a:solidFill>
                  <a:srgbClr val="636363"/>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pPr lvl="0"/>
            <a:r>
              <a:rPr lang="en-US"/>
              <a:t>BREADCRUMB</a:t>
            </a:r>
          </a:p>
        </p:txBody>
      </p:sp>
      <p:sp>
        <p:nvSpPr>
          <p:cNvPr id="28" name="Text Placeholder 22">
            <a:extLst>
              <a:ext uri="{FF2B5EF4-FFF2-40B4-BE49-F238E27FC236}">
                <a16:creationId xmlns:a16="http://schemas.microsoft.com/office/drawing/2014/main" id="{762F3095-ACCA-BB31-237E-3FEB7A705EC3}"/>
              </a:ext>
            </a:extLst>
          </p:cNvPr>
          <p:cNvSpPr>
            <a:spLocks noGrp="1"/>
          </p:cNvSpPr>
          <p:nvPr>
            <p:ph type="body" sz="quarter" idx="42" hasCustomPrompt="1"/>
          </p:nvPr>
        </p:nvSpPr>
        <p:spPr>
          <a:xfrm>
            <a:off x="1142999" y="1491178"/>
            <a:ext cx="17454489" cy="607255"/>
          </a:xfrm>
        </p:spPr>
        <p:txBody>
          <a:bodyPr anchor="t">
            <a:noAutofit/>
          </a:bodyPr>
          <a:lstStyle>
            <a:lvl1pPr marL="0" indent="0" algn="l">
              <a:lnSpc>
                <a:spcPct val="90000"/>
              </a:lnSpc>
              <a:buNone/>
              <a:defRPr sz="4800" b="1" i="0">
                <a:solidFill>
                  <a:schemeClr val="tx1"/>
                </a:solidFill>
                <a:latin typeface="Lexend" pitchFamily="2" charset="77"/>
              </a:defRPr>
            </a:lvl1pPr>
          </a:lstStyle>
          <a:p>
            <a:pPr lvl="0"/>
            <a:r>
              <a:rPr lang="en-US"/>
              <a:t>Those slides with Icons and Stats</a:t>
            </a:r>
          </a:p>
        </p:txBody>
      </p:sp>
      <p:sp>
        <p:nvSpPr>
          <p:cNvPr id="3" name="Picture Placeholder 2">
            <a:extLst>
              <a:ext uri="{FF2B5EF4-FFF2-40B4-BE49-F238E27FC236}">
                <a16:creationId xmlns:a16="http://schemas.microsoft.com/office/drawing/2014/main" id="{A255B557-CC99-96EC-01A4-C652AB10F429}"/>
              </a:ext>
            </a:extLst>
          </p:cNvPr>
          <p:cNvSpPr>
            <a:spLocks noGrp="1"/>
          </p:cNvSpPr>
          <p:nvPr>
            <p:ph type="pic" sz="quarter" idx="43"/>
          </p:nvPr>
        </p:nvSpPr>
        <p:spPr>
          <a:xfrm>
            <a:off x="2532747" y="2898092"/>
            <a:ext cx="2841625" cy="2841625"/>
          </a:xfrm>
        </p:spPr>
        <p:txBody>
          <a:bodyPr/>
          <a:lstStyle/>
          <a:p>
            <a:endParaRPr lang="en-US"/>
          </a:p>
        </p:txBody>
      </p:sp>
      <p:sp>
        <p:nvSpPr>
          <p:cNvPr id="4" name="Text Placeholder 22">
            <a:extLst>
              <a:ext uri="{FF2B5EF4-FFF2-40B4-BE49-F238E27FC236}">
                <a16:creationId xmlns:a16="http://schemas.microsoft.com/office/drawing/2014/main" id="{DE2C4F34-6363-9776-8EED-E291AF35D69E}"/>
              </a:ext>
            </a:extLst>
          </p:cNvPr>
          <p:cNvSpPr>
            <a:spLocks noGrp="1"/>
          </p:cNvSpPr>
          <p:nvPr>
            <p:ph type="body" sz="quarter" idx="44" hasCustomPrompt="1"/>
          </p:nvPr>
        </p:nvSpPr>
        <p:spPr>
          <a:xfrm>
            <a:off x="1688660" y="6039731"/>
            <a:ext cx="4529798" cy="389206"/>
          </a:xfrm>
        </p:spPr>
        <p:txBody>
          <a:bodyPr anchor="t">
            <a:noAutofit/>
          </a:bodyPr>
          <a:lstStyle>
            <a:lvl1pPr marL="0" indent="0" algn="ctr">
              <a:lnSpc>
                <a:spcPct val="90000"/>
              </a:lnSpc>
              <a:buNone/>
              <a:defRPr sz="3000" b="1" i="0">
                <a:solidFill>
                  <a:schemeClr val="tx1"/>
                </a:solidFill>
                <a:latin typeface="Lexend" pitchFamily="2" charset="77"/>
              </a:defRPr>
            </a:lvl1pPr>
          </a:lstStyle>
          <a:p>
            <a:pPr lvl="0"/>
            <a:r>
              <a:rPr lang="en-US"/>
              <a:t>Label</a:t>
            </a:r>
          </a:p>
        </p:txBody>
      </p:sp>
      <p:sp>
        <p:nvSpPr>
          <p:cNvPr id="5" name="Text Placeholder 22">
            <a:extLst>
              <a:ext uri="{FF2B5EF4-FFF2-40B4-BE49-F238E27FC236}">
                <a16:creationId xmlns:a16="http://schemas.microsoft.com/office/drawing/2014/main" id="{DD2F5E84-16D4-1664-7573-65F21F86C234}"/>
              </a:ext>
            </a:extLst>
          </p:cNvPr>
          <p:cNvSpPr>
            <a:spLocks noGrp="1"/>
          </p:cNvSpPr>
          <p:nvPr>
            <p:ph type="body" sz="quarter" idx="45" hasCustomPrompt="1"/>
          </p:nvPr>
        </p:nvSpPr>
        <p:spPr>
          <a:xfrm>
            <a:off x="1688660" y="6588370"/>
            <a:ext cx="4529798" cy="1036319"/>
          </a:xfrm>
        </p:spPr>
        <p:txBody>
          <a:bodyPr anchor="t">
            <a:noAutofit/>
          </a:bodyPr>
          <a:lstStyle>
            <a:lvl1pPr marL="0" indent="0" algn="ctr">
              <a:lnSpc>
                <a:spcPct val="120000"/>
              </a:lnSpc>
              <a:buNone/>
              <a:defRPr sz="2400" b="0"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Integer </a:t>
            </a:r>
            <a:r>
              <a:rPr lang="en-US" err="1"/>
              <a:t>nec</a:t>
            </a:r>
            <a:r>
              <a:rPr lang="en-US"/>
              <a:t> </a:t>
            </a:r>
            <a:r>
              <a:rPr lang="en-US" err="1"/>
              <a:t>odio</a:t>
            </a:r>
            <a:r>
              <a:rPr lang="en-US"/>
              <a:t>. </a:t>
            </a:r>
          </a:p>
        </p:txBody>
      </p:sp>
      <p:sp>
        <p:nvSpPr>
          <p:cNvPr id="6" name="Picture Placeholder 2">
            <a:extLst>
              <a:ext uri="{FF2B5EF4-FFF2-40B4-BE49-F238E27FC236}">
                <a16:creationId xmlns:a16="http://schemas.microsoft.com/office/drawing/2014/main" id="{4A3EC09B-A829-ECAA-0D55-BA6B231E8282}"/>
              </a:ext>
            </a:extLst>
          </p:cNvPr>
          <p:cNvSpPr>
            <a:spLocks noGrp="1"/>
          </p:cNvSpPr>
          <p:nvPr>
            <p:ph type="pic" sz="quarter" idx="46"/>
          </p:nvPr>
        </p:nvSpPr>
        <p:spPr>
          <a:xfrm>
            <a:off x="7971716" y="2898092"/>
            <a:ext cx="2841625" cy="2841625"/>
          </a:xfrm>
        </p:spPr>
        <p:txBody>
          <a:bodyPr/>
          <a:lstStyle/>
          <a:p>
            <a:endParaRPr lang="en-US"/>
          </a:p>
        </p:txBody>
      </p:sp>
      <p:sp>
        <p:nvSpPr>
          <p:cNvPr id="7" name="Text Placeholder 22">
            <a:extLst>
              <a:ext uri="{FF2B5EF4-FFF2-40B4-BE49-F238E27FC236}">
                <a16:creationId xmlns:a16="http://schemas.microsoft.com/office/drawing/2014/main" id="{631374F6-1E92-5BC6-1ADE-30E68EBD27E4}"/>
              </a:ext>
            </a:extLst>
          </p:cNvPr>
          <p:cNvSpPr>
            <a:spLocks noGrp="1"/>
          </p:cNvSpPr>
          <p:nvPr>
            <p:ph type="body" sz="quarter" idx="47" hasCustomPrompt="1"/>
          </p:nvPr>
        </p:nvSpPr>
        <p:spPr>
          <a:xfrm>
            <a:off x="7127630" y="6039731"/>
            <a:ext cx="4529798" cy="389206"/>
          </a:xfrm>
        </p:spPr>
        <p:txBody>
          <a:bodyPr anchor="t">
            <a:noAutofit/>
          </a:bodyPr>
          <a:lstStyle>
            <a:lvl1pPr marL="0" indent="0" algn="ctr">
              <a:lnSpc>
                <a:spcPct val="90000"/>
              </a:lnSpc>
              <a:buNone/>
              <a:defRPr sz="3000" b="1" i="0">
                <a:solidFill>
                  <a:schemeClr val="tx1"/>
                </a:solidFill>
                <a:latin typeface="Lexend" pitchFamily="2" charset="77"/>
              </a:defRPr>
            </a:lvl1pPr>
          </a:lstStyle>
          <a:p>
            <a:pPr lvl="0"/>
            <a:r>
              <a:rPr lang="en-US"/>
              <a:t>Label</a:t>
            </a:r>
          </a:p>
        </p:txBody>
      </p:sp>
      <p:sp>
        <p:nvSpPr>
          <p:cNvPr id="8" name="Text Placeholder 22">
            <a:extLst>
              <a:ext uri="{FF2B5EF4-FFF2-40B4-BE49-F238E27FC236}">
                <a16:creationId xmlns:a16="http://schemas.microsoft.com/office/drawing/2014/main" id="{2CA7D567-E7BB-B3D2-DBA4-0DC1BD7D968A}"/>
              </a:ext>
            </a:extLst>
          </p:cNvPr>
          <p:cNvSpPr>
            <a:spLocks noGrp="1"/>
          </p:cNvSpPr>
          <p:nvPr>
            <p:ph type="body" sz="quarter" idx="48" hasCustomPrompt="1"/>
          </p:nvPr>
        </p:nvSpPr>
        <p:spPr>
          <a:xfrm>
            <a:off x="7127630" y="6588370"/>
            <a:ext cx="4529798" cy="1036319"/>
          </a:xfrm>
        </p:spPr>
        <p:txBody>
          <a:bodyPr anchor="t">
            <a:noAutofit/>
          </a:bodyPr>
          <a:lstStyle>
            <a:lvl1pPr marL="0" indent="0" algn="ctr">
              <a:lnSpc>
                <a:spcPct val="120000"/>
              </a:lnSpc>
              <a:buNone/>
              <a:defRPr sz="2400" b="0"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Integer </a:t>
            </a:r>
            <a:r>
              <a:rPr lang="en-US" err="1"/>
              <a:t>nec</a:t>
            </a:r>
            <a:r>
              <a:rPr lang="en-US"/>
              <a:t> </a:t>
            </a:r>
            <a:r>
              <a:rPr lang="en-US" err="1"/>
              <a:t>odio</a:t>
            </a:r>
            <a:r>
              <a:rPr lang="en-US"/>
              <a:t>. </a:t>
            </a:r>
          </a:p>
        </p:txBody>
      </p:sp>
      <p:sp>
        <p:nvSpPr>
          <p:cNvPr id="9" name="Text Placeholder 22">
            <a:extLst>
              <a:ext uri="{FF2B5EF4-FFF2-40B4-BE49-F238E27FC236}">
                <a16:creationId xmlns:a16="http://schemas.microsoft.com/office/drawing/2014/main" id="{3DA63840-DDEB-32E5-8F37-82D54C3987D9}"/>
              </a:ext>
            </a:extLst>
          </p:cNvPr>
          <p:cNvSpPr>
            <a:spLocks noGrp="1"/>
          </p:cNvSpPr>
          <p:nvPr>
            <p:ph type="body" sz="quarter" idx="49" hasCustomPrompt="1"/>
          </p:nvPr>
        </p:nvSpPr>
        <p:spPr>
          <a:xfrm>
            <a:off x="12575441" y="6588370"/>
            <a:ext cx="4529798" cy="1036319"/>
          </a:xfrm>
        </p:spPr>
        <p:txBody>
          <a:bodyPr anchor="t">
            <a:noAutofit/>
          </a:bodyPr>
          <a:lstStyle>
            <a:lvl1pPr marL="0" indent="0" algn="ctr">
              <a:lnSpc>
                <a:spcPct val="120000"/>
              </a:lnSpc>
              <a:buNone/>
              <a:defRPr sz="2400" b="0"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Integer </a:t>
            </a:r>
            <a:r>
              <a:rPr lang="en-US" err="1"/>
              <a:t>nec</a:t>
            </a:r>
            <a:r>
              <a:rPr lang="en-US"/>
              <a:t> </a:t>
            </a:r>
            <a:r>
              <a:rPr lang="en-US" err="1"/>
              <a:t>odio</a:t>
            </a:r>
            <a:r>
              <a:rPr lang="en-US"/>
              <a:t>. </a:t>
            </a:r>
          </a:p>
        </p:txBody>
      </p:sp>
      <p:sp>
        <p:nvSpPr>
          <p:cNvPr id="10" name="Text Placeholder 22">
            <a:extLst>
              <a:ext uri="{FF2B5EF4-FFF2-40B4-BE49-F238E27FC236}">
                <a16:creationId xmlns:a16="http://schemas.microsoft.com/office/drawing/2014/main" id="{6CD7AD84-D1A2-313C-151C-780908D23165}"/>
              </a:ext>
            </a:extLst>
          </p:cNvPr>
          <p:cNvSpPr>
            <a:spLocks noGrp="1"/>
          </p:cNvSpPr>
          <p:nvPr>
            <p:ph type="body" sz="quarter" idx="50" hasCustomPrompt="1"/>
          </p:nvPr>
        </p:nvSpPr>
        <p:spPr>
          <a:xfrm>
            <a:off x="12566600" y="6039731"/>
            <a:ext cx="4529798" cy="389206"/>
          </a:xfrm>
        </p:spPr>
        <p:txBody>
          <a:bodyPr anchor="t">
            <a:noAutofit/>
          </a:bodyPr>
          <a:lstStyle>
            <a:lvl1pPr marL="0" indent="0" algn="ctr">
              <a:lnSpc>
                <a:spcPct val="90000"/>
              </a:lnSpc>
              <a:buNone/>
              <a:defRPr sz="3000" b="1" i="0">
                <a:solidFill>
                  <a:schemeClr val="tx1"/>
                </a:solidFill>
                <a:latin typeface="Lexend" pitchFamily="2" charset="77"/>
              </a:defRPr>
            </a:lvl1pPr>
          </a:lstStyle>
          <a:p>
            <a:pPr lvl="0"/>
            <a:r>
              <a:rPr lang="en-US"/>
              <a:t>Label</a:t>
            </a:r>
          </a:p>
        </p:txBody>
      </p:sp>
      <p:sp>
        <p:nvSpPr>
          <p:cNvPr id="11" name="Picture Placeholder 2">
            <a:extLst>
              <a:ext uri="{FF2B5EF4-FFF2-40B4-BE49-F238E27FC236}">
                <a16:creationId xmlns:a16="http://schemas.microsoft.com/office/drawing/2014/main" id="{8C4CD472-3085-4652-9EF6-F5D7542B9445}"/>
              </a:ext>
            </a:extLst>
          </p:cNvPr>
          <p:cNvSpPr>
            <a:spLocks noGrp="1"/>
          </p:cNvSpPr>
          <p:nvPr>
            <p:ph type="pic" sz="quarter" idx="51"/>
          </p:nvPr>
        </p:nvSpPr>
        <p:spPr>
          <a:xfrm>
            <a:off x="13424753" y="2898092"/>
            <a:ext cx="2841625" cy="2841625"/>
          </a:xfrm>
        </p:spPr>
        <p:txBody>
          <a:bodyPr/>
          <a:lstStyle/>
          <a:p>
            <a:endParaRPr lang="en-US"/>
          </a:p>
        </p:txBody>
      </p:sp>
      <p:sp>
        <p:nvSpPr>
          <p:cNvPr id="2" name="Text Placeholder 22">
            <a:extLst>
              <a:ext uri="{FF2B5EF4-FFF2-40B4-BE49-F238E27FC236}">
                <a16:creationId xmlns:a16="http://schemas.microsoft.com/office/drawing/2014/main" id="{2050A15B-06E4-6763-1989-32197A976F7A}"/>
              </a:ext>
            </a:extLst>
          </p:cNvPr>
          <p:cNvSpPr>
            <a:spLocks noGrp="1"/>
          </p:cNvSpPr>
          <p:nvPr>
            <p:ph type="body" sz="quarter" idx="52" hasCustomPrompt="1"/>
          </p:nvPr>
        </p:nvSpPr>
        <p:spPr>
          <a:xfrm>
            <a:off x="18019638" y="6588370"/>
            <a:ext cx="4529798" cy="1036319"/>
          </a:xfrm>
        </p:spPr>
        <p:txBody>
          <a:bodyPr anchor="t">
            <a:noAutofit/>
          </a:bodyPr>
          <a:lstStyle>
            <a:lvl1pPr marL="0" indent="0" algn="ctr">
              <a:lnSpc>
                <a:spcPct val="120000"/>
              </a:lnSpc>
              <a:buNone/>
              <a:defRPr sz="2400" b="0"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Integer </a:t>
            </a:r>
            <a:r>
              <a:rPr lang="en-US" err="1"/>
              <a:t>nec</a:t>
            </a:r>
            <a:r>
              <a:rPr lang="en-US"/>
              <a:t> </a:t>
            </a:r>
            <a:r>
              <a:rPr lang="en-US" err="1"/>
              <a:t>odio</a:t>
            </a:r>
            <a:r>
              <a:rPr lang="en-US"/>
              <a:t>. </a:t>
            </a:r>
          </a:p>
        </p:txBody>
      </p:sp>
      <p:sp>
        <p:nvSpPr>
          <p:cNvPr id="12" name="Text Placeholder 22">
            <a:extLst>
              <a:ext uri="{FF2B5EF4-FFF2-40B4-BE49-F238E27FC236}">
                <a16:creationId xmlns:a16="http://schemas.microsoft.com/office/drawing/2014/main" id="{1EF89AD5-FB25-39B1-6771-69A8A14A621E}"/>
              </a:ext>
            </a:extLst>
          </p:cNvPr>
          <p:cNvSpPr>
            <a:spLocks noGrp="1"/>
          </p:cNvSpPr>
          <p:nvPr>
            <p:ph type="body" sz="quarter" idx="53" hasCustomPrompt="1"/>
          </p:nvPr>
        </p:nvSpPr>
        <p:spPr>
          <a:xfrm>
            <a:off x="18010797" y="6039731"/>
            <a:ext cx="4529798" cy="389206"/>
          </a:xfrm>
        </p:spPr>
        <p:txBody>
          <a:bodyPr anchor="t">
            <a:noAutofit/>
          </a:bodyPr>
          <a:lstStyle>
            <a:lvl1pPr marL="0" indent="0" algn="ctr">
              <a:lnSpc>
                <a:spcPct val="90000"/>
              </a:lnSpc>
              <a:buNone/>
              <a:defRPr sz="3000" b="1" i="0">
                <a:solidFill>
                  <a:schemeClr val="tx1"/>
                </a:solidFill>
                <a:latin typeface="Lexend" pitchFamily="2" charset="77"/>
              </a:defRPr>
            </a:lvl1pPr>
          </a:lstStyle>
          <a:p>
            <a:pPr lvl="0"/>
            <a:r>
              <a:rPr lang="en-US"/>
              <a:t>Label</a:t>
            </a:r>
          </a:p>
        </p:txBody>
      </p:sp>
      <p:sp>
        <p:nvSpPr>
          <p:cNvPr id="13" name="Picture Placeholder 2">
            <a:extLst>
              <a:ext uri="{FF2B5EF4-FFF2-40B4-BE49-F238E27FC236}">
                <a16:creationId xmlns:a16="http://schemas.microsoft.com/office/drawing/2014/main" id="{33372205-1E58-BF09-8036-568E7053F801}"/>
              </a:ext>
            </a:extLst>
          </p:cNvPr>
          <p:cNvSpPr>
            <a:spLocks noGrp="1"/>
          </p:cNvSpPr>
          <p:nvPr>
            <p:ph type="pic" sz="quarter" idx="54"/>
          </p:nvPr>
        </p:nvSpPr>
        <p:spPr>
          <a:xfrm>
            <a:off x="18868950" y="2898092"/>
            <a:ext cx="2841625" cy="2841625"/>
          </a:xfrm>
        </p:spPr>
        <p:txBody>
          <a:bodyPr/>
          <a:lstStyle/>
          <a:p>
            <a:endParaRPr lang="en-US"/>
          </a:p>
        </p:txBody>
      </p:sp>
      <p:sp>
        <p:nvSpPr>
          <p:cNvPr id="15" name="Text Placeholder 22">
            <a:extLst>
              <a:ext uri="{FF2B5EF4-FFF2-40B4-BE49-F238E27FC236}">
                <a16:creationId xmlns:a16="http://schemas.microsoft.com/office/drawing/2014/main" id="{0EA2D0FC-1ECA-7F60-90D1-1679978095A1}"/>
              </a:ext>
            </a:extLst>
          </p:cNvPr>
          <p:cNvSpPr>
            <a:spLocks noGrp="1"/>
          </p:cNvSpPr>
          <p:nvPr>
            <p:ph type="body" sz="quarter" idx="56" hasCustomPrompt="1"/>
          </p:nvPr>
        </p:nvSpPr>
        <p:spPr>
          <a:xfrm>
            <a:off x="1688660" y="9983371"/>
            <a:ext cx="4529798" cy="1036319"/>
          </a:xfrm>
        </p:spPr>
        <p:txBody>
          <a:bodyPr anchor="t">
            <a:noAutofit/>
          </a:bodyPr>
          <a:lstStyle>
            <a:lvl1pPr marL="0" indent="0" algn="ctr">
              <a:lnSpc>
                <a:spcPct val="120000"/>
              </a:lnSpc>
              <a:buNone/>
              <a:defRPr sz="2400" b="0"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Integer </a:t>
            </a:r>
            <a:r>
              <a:rPr lang="en-US" err="1"/>
              <a:t>nec</a:t>
            </a:r>
            <a:r>
              <a:rPr lang="en-US"/>
              <a:t> </a:t>
            </a:r>
            <a:r>
              <a:rPr lang="en-US" err="1"/>
              <a:t>odio</a:t>
            </a:r>
            <a:r>
              <a:rPr lang="en-US"/>
              <a:t>. </a:t>
            </a:r>
          </a:p>
        </p:txBody>
      </p:sp>
      <p:sp>
        <p:nvSpPr>
          <p:cNvPr id="16" name="Text Placeholder 22">
            <a:extLst>
              <a:ext uri="{FF2B5EF4-FFF2-40B4-BE49-F238E27FC236}">
                <a16:creationId xmlns:a16="http://schemas.microsoft.com/office/drawing/2014/main" id="{D5A769A2-7A73-C4C2-0CF7-D1107C9429A8}"/>
              </a:ext>
            </a:extLst>
          </p:cNvPr>
          <p:cNvSpPr>
            <a:spLocks noGrp="1"/>
          </p:cNvSpPr>
          <p:nvPr>
            <p:ph type="body" sz="quarter" idx="57" hasCustomPrompt="1"/>
          </p:nvPr>
        </p:nvSpPr>
        <p:spPr>
          <a:xfrm>
            <a:off x="1688660" y="8947052"/>
            <a:ext cx="4529798" cy="905023"/>
          </a:xfrm>
        </p:spPr>
        <p:txBody>
          <a:bodyPr anchor="t">
            <a:noAutofit/>
          </a:bodyPr>
          <a:lstStyle>
            <a:lvl1pPr marL="0" indent="0" algn="ctr">
              <a:lnSpc>
                <a:spcPct val="90000"/>
              </a:lnSpc>
              <a:buNone/>
              <a:defRPr sz="7200" b="1" i="0">
                <a:solidFill>
                  <a:srgbClr val="0078CF"/>
                </a:solidFill>
                <a:latin typeface="Lexend" pitchFamily="2" charset="77"/>
              </a:defRPr>
            </a:lvl1pPr>
          </a:lstStyle>
          <a:p>
            <a:pPr lvl="0"/>
            <a:r>
              <a:rPr lang="en-US"/>
              <a:t>90%</a:t>
            </a:r>
          </a:p>
        </p:txBody>
      </p:sp>
      <p:sp>
        <p:nvSpPr>
          <p:cNvPr id="17" name="Text Placeholder 22">
            <a:extLst>
              <a:ext uri="{FF2B5EF4-FFF2-40B4-BE49-F238E27FC236}">
                <a16:creationId xmlns:a16="http://schemas.microsoft.com/office/drawing/2014/main" id="{73868C98-0D2A-2DD4-E036-E86B53AD9B07}"/>
              </a:ext>
            </a:extLst>
          </p:cNvPr>
          <p:cNvSpPr>
            <a:spLocks noGrp="1"/>
          </p:cNvSpPr>
          <p:nvPr>
            <p:ph type="body" sz="quarter" idx="58" hasCustomPrompt="1"/>
          </p:nvPr>
        </p:nvSpPr>
        <p:spPr>
          <a:xfrm>
            <a:off x="7132856" y="9983371"/>
            <a:ext cx="4529798" cy="1036319"/>
          </a:xfrm>
        </p:spPr>
        <p:txBody>
          <a:bodyPr anchor="t">
            <a:noAutofit/>
          </a:bodyPr>
          <a:lstStyle>
            <a:lvl1pPr marL="0" indent="0" algn="ctr">
              <a:lnSpc>
                <a:spcPct val="120000"/>
              </a:lnSpc>
              <a:buNone/>
              <a:defRPr sz="2400" b="0"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Integer </a:t>
            </a:r>
            <a:r>
              <a:rPr lang="en-US" err="1"/>
              <a:t>nec</a:t>
            </a:r>
            <a:r>
              <a:rPr lang="en-US"/>
              <a:t> </a:t>
            </a:r>
            <a:r>
              <a:rPr lang="en-US" err="1"/>
              <a:t>odio</a:t>
            </a:r>
            <a:r>
              <a:rPr lang="en-US"/>
              <a:t>. </a:t>
            </a:r>
          </a:p>
        </p:txBody>
      </p:sp>
      <p:sp>
        <p:nvSpPr>
          <p:cNvPr id="18" name="Text Placeholder 22">
            <a:extLst>
              <a:ext uri="{FF2B5EF4-FFF2-40B4-BE49-F238E27FC236}">
                <a16:creationId xmlns:a16="http://schemas.microsoft.com/office/drawing/2014/main" id="{014329CB-8CC2-A170-24E4-1E8B806DDC73}"/>
              </a:ext>
            </a:extLst>
          </p:cNvPr>
          <p:cNvSpPr>
            <a:spLocks noGrp="1"/>
          </p:cNvSpPr>
          <p:nvPr>
            <p:ph type="body" sz="quarter" idx="59" hasCustomPrompt="1"/>
          </p:nvPr>
        </p:nvSpPr>
        <p:spPr>
          <a:xfrm>
            <a:off x="7132856" y="8947052"/>
            <a:ext cx="4529798" cy="905023"/>
          </a:xfrm>
        </p:spPr>
        <p:txBody>
          <a:bodyPr anchor="t">
            <a:noAutofit/>
          </a:bodyPr>
          <a:lstStyle>
            <a:lvl1pPr marL="0" indent="0" algn="ctr">
              <a:lnSpc>
                <a:spcPct val="90000"/>
              </a:lnSpc>
              <a:buNone/>
              <a:defRPr sz="7200" b="1" i="0">
                <a:solidFill>
                  <a:srgbClr val="0078CF"/>
                </a:solidFill>
                <a:latin typeface="Lexend" pitchFamily="2" charset="77"/>
              </a:defRPr>
            </a:lvl1pPr>
          </a:lstStyle>
          <a:p>
            <a:pPr lvl="0"/>
            <a:r>
              <a:rPr lang="en-US"/>
              <a:t>5.6k</a:t>
            </a:r>
          </a:p>
        </p:txBody>
      </p:sp>
      <p:sp>
        <p:nvSpPr>
          <p:cNvPr id="19" name="Text Placeholder 22">
            <a:extLst>
              <a:ext uri="{FF2B5EF4-FFF2-40B4-BE49-F238E27FC236}">
                <a16:creationId xmlns:a16="http://schemas.microsoft.com/office/drawing/2014/main" id="{4EEB6724-B676-1EF5-6EB3-5B33539E07D1}"/>
              </a:ext>
            </a:extLst>
          </p:cNvPr>
          <p:cNvSpPr>
            <a:spLocks noGrp="1"/>
          </p:cNvSpPr>
          <p:nvPr>
            <p:ph type="body" sz="quarter" idx="60" hasCustomPrompt="1"/>
          </p:nvPr>
        </p:nvSpPr>
        <p:spPr>
          <a:xfrm>
            <a:off x="12562986" y="9983371"/>
            <a:ext cx="4529798" cy="1036319"/>
          </a:xfrm>
        </p:spPr>
        <p:txBody>
          <a:bodyPr anchor="t">
            <a:noAutofit/>
          </a:bodyPr>
          <a:lstStyle>
            <a:lvl1pPr marL="0" indent="0" algn="ctr">
              <a:lnSpc>
                <a:spcPct val="120000"/>
              </a:lnSpc>
              <a:buNone/>
              <a:defRPr sz="2400" b="0"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Integer </a:t>
            </a:r>
            <a:r>
              <a:rPr lang="en-US" err="1"/>
              <a:t>nec</a:t>
            </a:r>
            <a:r>
              <a:rPr lang="en-US"/>
              <a:t> </a:t>
            </a:r>
            <a:r>
              <a:rPr lang="en-US" err="1"/>
              <a:t>odio</a:t>
            </a:r>
            <a:r>
              <a:rPr lang="en-US"/>
              <a:t>. </a:t>
            </a:r>
          </a:p>
        </p:txBody>
      </p:sp>
      <p:sp>
        <p:nvSpPr>
          <p:cNvPr id="20" name="Text Placeholder 22">
            <a:extLst>
              <a:ext uri="{FF2B5EF4-FFF2-40B4-BE49-F238E27FC236}">
                <a16:creationId xmlns:a16="http://schemas.microsoft.com/office/drawing/2014/main" id="{BA16B80A-A4E7-C200-5EBB-9C17440F09C3}"/>
              </a:ext>
            </a:extLst>
          </p:cNvPr>
          <p:cNvSpPr>
            <a:spLocks noGrp="1"/>
          </p:cNvSpPr>
          <p:nvPr>
            <p:ph type="body" sz="quarter" idx="61" hasCustomPrompt="1"/>
          </p:nvPr>
        </p:nvSpPr>
        <p:spPr>
          <a:xfrm>
            <a:off x="12562986" y="8947052"/>
            <a:ext cx="4529798" cy="905023"/>
          </a:xfrm>
        </p:spPr>
        <p:txBody>
          <a:bodyPr anchor="t">
            <a:noAutofit/>
          </a:bodyPr>
          <a:lstStyle>
            <a:lvl1pPr marL="0" indent="0" algn="ctr">
              <a:lnSpc>
                <a:spcPct val="90000"/>
              </a:lnSpc>
              <a:buNone/>
              <a:defRPr sz="7200" b="1" i="0">
                <a:solidFill>
                  <a:srgbClr val="0078CF"/>
                </a:solidFill>
                <a:latin typeface="Lexend" pitchFamily="2" charset="77"/>
              </a:defRPr>
            </a:lvl1pPr>
          </a:lstStyle>
          <a:p>
            <a:pPr lvl="0"/>
            <a:r>
              <a:rPr lang="en-US"/>
              <a:t>$20m</a:t>
            </a:r>
          </a:p>
        </p:txBody>
      </p:sp>
      <p:sp>
        <p:nvSpPr>
          <p:cNvPr id="21" name="Text Placeholder 22">
            <a:extLst>
              <a:ext uri="{FF2B5EF4-FFF2-40B4-BE49-F238E27FC236}">
                <a16:creationId xmlns:a16="http://schemas.microsoft.com/office/drawing/2014/main" id="{1C7A6322-4315-83AD-B3AA-23A13C337660}"/>
              </a:ext>
            </a:extLst>
          </p:cNvPr>
          <p:cNvSpPr>
            <a:spLocks noGrp="1"/>
          </p:cNvSpPr>
          <p:nvPr>
            <p:ph type="body" sz="quarter" idx="62" hasCustomPrompt="1"/>
          </p:nvPr>
        </p:nvSpPr>
        <p:spPr>
          <a:xfrm>
            <a:off x="18021250" y="9983371"/>
            <a:ext cx="4529798" cy="1036319"/>
          </a:xfrm>
        </p:spPr>
        <p:txBody>
          <a:bodyPr anchor="t">
            <a:noAutofit/>
          </a:bodyPr>
          <a:lstStyle>
            <a:lvl1pPr marL="0" indent="0" algn="ctr">
              <a:lnSpc>
                <a:spcPct val="120000"/>
              </a:lnSpc>
              <a:buNone/>
              <a:defRPr sz="2400" b="0"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Integer </a:t>
            </a:r>
            <a:r>
              <a:rPr lang="en-US" err="1"/>
              <a:t>nec</a:t>
            </a:r>
            <a:r>
              <a:rPr lang="en-US"/>
              <a:t> </a:t>
            </a:r>
            <a:r>
              <a:rPr lang="en-US" err="1"/>
              <a:t>odio</a:t>
            </a:r>
            <a:r>
              <a:rPr lang="en-US"/>
              <a:t>. </a:t>
            </a:r>
          </a:p>
        </p:txBody>
      </p:sp>
      <p:sp>
        <p:nvSpPr>
          <p:cNvPr id="22" name="Text Placeholder 22">
            <a:extLst>
              <a:ext uri="{FF2B5EF4-FFF2-40B4-BE49-F238E27FC236}">
                <a16:creationId xmlns:a16="http://schemas.microsoft.com/office/drawing/2014/main" id="{BFB87335-2579-6A3D-7313-3EF3650720D9}"/>
              </a:ext>
            </a:extLst>
          </p:cNvPr>
          <p:cNvSpPr>
            <a:spLocks noGrp="1"/>
          </p:cNvSpPr>
          <p:nvPr>
            <p:ph type="body" sz="quarter" idx="63" hasCustomPrompt="1"/>
          </p:nvPr>
        </p:nvSpPr>
        <p:spPr>
          <a:xfrm>
            <a:off x="18021250" y="8947052"/>
            <a:ext cx="4529798" cy="905023"/>
          </a:xfrm>
        </p:spPr>
        <p:txBody>
          <a:bodyPr anchor="t">
            <a:noAutofit/>
          </a:bodyPr>
          <a:lstStyle>
            <a:lvl1pPr marL="0" indent="0" algn="ctr">
              <a:lnSpc>
                <a:spcPct val="90000"/>
              </a:lnSpc>
              <a:buNone/>
              <a:defRPr sz="7200" b="1" i="0">
                <a:solidFill>
                  <a:srgbClr val="0078CF"/>
                </a:solidFill>
                <a:latin typeface="Lexend" pitchFamily="2" charset="77"/>
              </a:defRPr>
            </a:lvl1pPr>
          </a:lstStyle>
          <a:p>
            <a:pPr lvl="0"/>
            <a:r>
              <a:rPr lang="en-US"/>
              <a:t>05:10</a:t>
            </a:r>
          </a:p>
        </p:txBody>
      </p:sp>
    </p:spTree>
    <p:extLst>
      <p:ext uri="{BB962C8B-B14F-4D97-AF65-F5344CB8AC3E}">
        <p14:creationId xmlns:p14="http://schemas.microsoft.com/office/powerpoint/2010/main" val="3125517913"/>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Standard Slide with Breadcrumb">
    <p:bg>
      <p:bgPr>
        <a:solidFill>
          <a:schemeClr val="bg1"/>
        </a:solidFill>
        <a:effectLst/>
      </p:bgPr>
    </p:bg>
    <p:spTree>
      <p:nvGrpSpPr>
        <p:cNvPr id="1" name=""/>
        <p:cNvGrpSpPr/>
        <p:nvPr/>
      </p:nvGrpSpPr>
      <p:grpSpPr>
        <a:xfrm>
          <a:off x="0" y="0"/>
          <a:ext cx="0" cy="0"/>
          <a:chOff x="0" y="0"/>
          <a:chExt cx="0" cy="0"/>
        </a:xfrm>
      </p:grpSpPr>
      <p:sp>
        <p:nvSpPr>
          <p:cNvPr id="49" name="Text Placeholder 22">
            <a:extLst>
              <a:ext uri="{FF2B5EF4-FFF2-40B4-BE49-F238E27FC236}">
                <a16:creationId xmlns:a16="http://schemas.microsoft.com/office/drawing/2014/main" id="{C9094DED-F9C9-DF89-0BCD-FE336C738FE0}"/>
              </a:ext>
            </a:extLst>
          </p:cNvPr>
          <p:cNvSpPr>
            <a:spLocks noGrp="1"/>
          </p:cNvSpPr>
          <p:nvPr>
            <p:ph type="body" sz="quarter" idx="41" hasCustomPrompt="1"/>
          </p:nvPr>
        </p:nvSpPr>
        <p:spPr>
          <a:xfrm>
            <a:off x="1143000" y="1017564"/>
            <a:ext cx="8168640" cy="304799"/>
          </a:xfrm>
        </p:spPr>
        <p:txBody>
          <a:bodyPr anchor="t">
            <a:noAutofit/>
          </a:bodyPr>
          <a:lstStyle>
            <a:lvl1pPr marL="0" indent="0" algn="l">
              <a:lnSpc>
                <a:spcPct val="90000"/>
              </a:lnSpc>
              <a:buNone/>
              <a:defRPr sz="2400" b="1" i="0">
                <a:solidFill>
                  <a:srgbClr val="636363"/>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pPr lvl="0"/>
            <a:r>
              <a:rPr lang="en-US"/>
              <a:t>BREADCRUMB</a:t>
            </a:r>
          </a:p>
        </p:txBody>
      </p:sp>
      <p:sp>
        <p:nvSpPr>
          <p:cNvPr id="28" name="Text Placeholder 22">
            <a:extLst>
              <a:ext uri="{FF2B5EF4-FFF2-40B4-BE49-F238E27FC236}">
                <a16:creationId xmlns:a16="http://schemas.microsoft.com/office/drawing/2014/main" id="{762F3095-ACCA-BB31-237E-3FEB7A705EC3}"/>
              </a:ext>
            </a:extLst>
          </p:cNvPr>
          <p:cNvSpPr>
            <a:spLocks noGrp="1"/>
          </p:cNvSpPr>
          <p:nvPr>
            <p:ph type="body" sz="quarter" idx="42" hasCustomPrompt="1"/>
          </p:nvPr>
        </p:nvSpPr>
        <p:spPr>
          <a:xfrm>
            <a:off x="1142999" y="1491178"/>
            <a:ext cx="17454489" cy="607255"/>
          </a:xfrm>
        </p:spPr>
        <p:txBody>
          <a:bodyPr anchor="t">
            <a:noAutofit/>
          </a:bodyPr>
          <a:lstStyle>
            <a:lvl1pPr marL="0" indent="0" algn="l">
              <a:lnSpc>
                <a:spcPct val="90000"/>
              </a:lnSpc>
              <a:buNone/>
              <a:defRPr sz="4800" b="1" i="0">
                <a:solidFill>
                  <a:schemeClr val="tx1"/>
                </a:solidFill>
                <a:latin typeface="Lexend" pitchFamily="2" charset="77"/>
              </a:defRPr>
            </a:lvl1pPr>
          </a:lstStyle>
          <a:p>
            <a:pPr lvl="0"/>
            <a:r>
              <a:rPr lang="en-US"/>
              <a:t>Progress bar</a:t>
            </a:r>
          </a:p>
        </p:txBody>
      </p:sp>
      <p:sp>
        <p:nvSpPr>
          <p:cNvPr id="5" name="Text Placeholder 22">
            <a:extLst>
              <a:ext uri="{FF2B5EF4-FFF2-40B4-BE49-F238E27FC236}">
                <a16:creationId xmlns:a16="http://schemas.microsoft.com/office/drawing/2014/main" id="{DD2F5E84-16D4-1664-7573-65F21F86C234}"/>
              </a:ext>
            </a:extLst>
          </p:cNvPr>
          <p:cNvSpPr>
            <a:spLocks noGrp="1"/>
          </p:cNvSpPr>
          <p:nvPr>
            <p:ph type="body" sz="quarter" idx="45" hasCustomPrompt="1"/>
          </p:nvPr>
        </p:nvSpPr>
        <p:spPr>
          <a:xfrm>
            <a:off x="1142998" y="2681390"/>
            <a:ext cx="11617037" cy="456666"/>
          </a:xfrm>
        </p:spPr>
        <p:txBody>
          <a:bodyPr anchor="t">
            <a:noAutofit/>
          </a:bodyPr>
          <a:lstStyle>
            <a:lvl1pPr marL="0" indent="0" algn="l">
              <a:lnSpc>
                <a:spcPct val="120000"/>
              </a:lnSpc>
              <a:buNone/>
              <a:defRPr sz="2400" b="0"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Project / Item Label</a:t>
            </a:r>
          </a:p>
        </p:txBody>
      </p:sp>
      <p:sp>
        <p:nvSpPr>
          <p:cNvPr id="45" name="Text Placeholder 22">
            <a:extLst>
              <a:ext uri="{FF2B5EF4-FFF2-40B4-BE49-F238E27FC236}">
                <a16:creationId xmlns:a16="http://schemas.microsoft.com/office/drawing/2014/main" id="{2FBBC730-C845-C015-56A6-5FEE9FC459EE}"/>
              </a:ext>
            </a:extLst>
          </p:cNvPr>
          <p:cNvSpPr>
            <a:spLocks noGrp="1"/>
          </p:cNvSpPr>
          <p:nvPr>
            <p:ph type="body" sz="quarter" idx="46" hasCustomPrompt="1"/>
          </p:nvPr>
        </p:nvSpPr>
        <p:spPr>
          <a:xfrm>
            <a:off x="1142998" y="4323154"/>
            <a:ext cx="11617037" cy="456666"/>
          </a:xfrm>
        </p:spPr>
        <p:txBody>
          <a:bodyPr anchor="t">
            <a:noAutofit/>
          </a:bodyPr>
          <a:lstStyle>
            <a:lvl1pPr marL="0" indent="0" algn="l">
              <a:lnSpc>
                <a:spcPct val="120000"/>
              </a:lnSpc>
              <a:buNone/>
              <a:defRPr sz="2400" b="0"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Project / Item Label</a:t>
            </a:r>
          </a:p>
        </p:txBody>
      </p:sp>
      <p:sp>
        <p:nvSpPr>
          <p:cNvPr id="48" name="Text Placeholder 22">
            <a:extLst>
              <a:ext uri="{FF2B5EF4-FFF2-40B4-BE49-F238E27FC236}">
                <a16:creationId xmlns:a16="http://schemas.microsoft.com/office/drawing/2014/main" id="{CE8EA6E3-E2C6-05E2-67ED-3504DC810117}"/>
              </a:ext>
            </a:extLst>
          </p:cNvPr>
          <p:cNvSpPr>
            <a:spLocks noGrp="1"/>
          </p:cNvSpPr>
          <p:nvPr>
            <p:ph type="body" sz="quarter" idx="47" hasCustomPrompt="1"/>
          </p:nvPr>
        </p:nvSpPr>
        <p:spPr>
          <a:xfrm>
            <a:off x="1142998" y="5964918"/>
            <a:ext cx="11617037" cy="456666"/>
          </a:xfrm>
        </p:spPr>
        <p:txBody>
          <a:bodyPr anchor="t">
            <a:noAutofit/>
          </a:bodyPr>
          <a:lstStyle>
            <a:lvl1pPr marL="0" indent="0" algn="l">
              <a:lnSpc>
                <a:spcPct val="120000"/>
              </a:lnSpc>
              <a:buNone/>
              <a:defRPr sz="2400" b="0"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Project / Item Label</a:t>
            </a:r>
          </a:p>
        </p:txBody>
      </p:sp>
      <p:sp>
        <p:nvSpPr>
          <p:cNvPr id="52" name="Text Placeholder 22">
            <a:extLst>
              <a:ext uri="{FF2B5EF4-FFF2-40B4-BE49-F238E27FC236}">
                <a16:creationId xmlns:a16="http://schemas.microsoft.com/office/drawing/2014/main" id="{7CEE51E3-F78E-46EF-786A-C8361D5F7214}"/>
              </a:ext>
            </a:extLst>
          </p:cNvPr>
          <p:cNvSpPr>
            <a:spLocks noGrp="1"/>
          </p:cNvSpPr>
          <p:nvPr>
            <p:ph type="body" sz="quarter" idx="48" hasCustomPrompt="1"/>
          </p:nvPr>
        </p:nvSpPr>
        <p:spPr>
          <a:xfrm>
            <a:off x="1142998" y="7606681"/>
            <a:ext cx="11617037" cy="456666"/>
          </a:xfrm>
        </p:spPr>
        <p:txBody>
          <a:bodyPr anchor="t">
            <a:noAutofit/>
          </a:bodyPr>
          <a:lstStyle>
            <a:lvl1pPr marL="0" indent="0" algn="l">
              <a:lnSpc>
                <a:spcPct val="120000"/>
              </a:lnSpc>
              <a:buNone/>
              <a:defRPr sz="2400" b="0"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Project / Item Label</a:t>
            </a:r>
          </a:p>
        </p:txBody>
      </p:sp>
      <p:sp>
        <p:nvSpPr>
          <p:cNvPr id="55" name="Text Placeholder 22">
            <a:extLst>
              <a:ext uri="{FF2B5EF4-FFF2-40B4-BE49-F238E27FC236}">
                <a16:creationId xmlns:a16="http://schemas.microsoft.com/office/drawing/2014/main" id="{170C15AE-E4E8-3359-C901-D8BBC0B554C8}"/>
              </a:ext>
            </a:extLst>
          </p:cNvPr>
          <p:cNvSpPr>
            <a:spLocks noGrp="1"/>
          </p:cNvSpPr>
          <p:nvPr>
            <p:ph type="body" sz="quarter" idx="49" hasCustomPrompt="1"/>
          </p:nvPr>
        </p:nvSpPr>
        <p:spPr>
          <a:xfrm>
            <a:off x="1142998" y="9248445"/>
            <a:ext cx="11617037" cy="456666"/>
          </a:xfrm>
        </p:spPr>
        <p:txBody>
          <a:bodyPr anchor="t">
            <a:noAutofit/>
          </a:bodyPr>
          <a:lstStyle>
            <a:lvl1pPr marL="0" indent="0" algn="l">
              <a:lnSpc>
                <a:spcPct val="120000"/>
              </a:lnSpc>
              <a:buNone/>
              <a:defRPr sz="2400" b="0"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Project / Item Label</a:t>
            </a:r>
          </a:p>
        </p:txBody>
      </p:sp>
      <p:sp>
        <p:nvSpPr>
          <p:cNvPr id="58" name="Text Placeholder 22">
            <a:extLst>
              <a:ext uri="{FF2B5EF4-FFF2-40B4-BE49-F238E27FC236}">
                <a16:creationId xmlns:a16="http://schemas.microsoft.com/office/drawing/2014/main" id="{D1BF0A11-65CE-44CF-FC19-DECC5C9DB321}"/>
              </a:ext>
            </a:extLst>
          </p:cNvPr>
          <p:cNvSpPr>
            <a:spLocks noGrp="1"/>
          </p:cNvSpPr>
          <p:nvPr>
            <p:ph type="body" sz="quarter" idx="50" hasCustomPrompt="1"/>
          </p:nvPr>
        </p:nvSpPr>
        <p:spPr>
          <a:xfrm>
            <a:off x="1142998" y="10890209"/>
            <a:ext cx="11617037" cy="456666"/>
          </a:xfrm>
        </p:spPr>
        <p:txBody>
          <a:bodyPr anchor="t">
            <a:noAutofit/>
          </a:bodyPr>
          <a:lstStyle>
            <a:lvl1pPr marL="0" indent="0" algn="l">
              <a:lnSpc>
                <a:spcPct val="120000"/>
              </a:lnSpc>
              <a:buNone/>
              <a:defRPr sz="2400" b="0"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Project / Item Label</a:t>
            </a:r>
          </a:p>
        </p:txBody>
      </p:sp>
    </p:spTree>
    <p:extLst>
      <p:ext uri="{BB962C8B-B14F-4D97-AF65-F5344CB8AC3E}">
        <p14:creationId xmlns:p14="http://schemas.microsoft.com/office/powerpoint/2010/main" val="36411897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Standard Slide with Breadcrumb">
    <p:bg>
      <p:bgPr>
        <a:solidFill>
          <a:schemeClr val="bg1"/>
        </a:solidFill>
        <a:effectLst/>
      </p:bgPr>
    </p:bg>
    <p:spTree>
      <p:nvGrpSpPr>
        <p:cNvPr id="1" name=""/>
        <p:cNvGrpSpPr/>
        <p:nvPr/>
      </p:nvGrpSpPr>
      <p:grpSpPr>
        <a:xfrm>
          <a:off x="0" y="0"/>
          <a:ext cx="0" cy="0"/>
          <a:chOff x="0" y="0"/>
          <a:chExt cx="0" cy="0"/>
        </a:xfrm>
      </p:grpSpPr>
      <p:sp>
        <p:nvSpPr>
          <p:cNvPr id="49" name="Text Placeholder 22">
            <a:extLst>
              <a:ext uri="{FF2B5EF4-FFF2-40B4-BE49-F238E27FC236}">
                <a16:creationId xmlns:a16="http://schemas.microsoft.com/office/drawing/2014/main" id="{C9094DED-F9C9-DF89-0BCD-FE336C738FE0}"/>
              </a:ext>
            </a:extLst>
          </p:cNvPr>
          <p:cNvSpPr>
            <a:spLocks noGrp="1"/>
          </p:cNvSpPr>
          <p:nvPr>
            <p:ph type="body" sz="quarter" idx="41" hasCustomPrompt="1"/>
          </p:nvPr>
        </p:nvSpPr>
        <p:spPr>
          <a:xfrm>
            <a:off x="1143000" y="1017564"/>
            <a:ext cx="8168640" cy="304799"/>
          </a:xfrm>
        </p:spPr>
        <p:txBody>
          <a:bodyPr anchor="t">
            <a:noAutofit/>
          </a:bodyPr>
          <a:lstStyle>
            <a:lvl1pPr marL="0" indent="0" algn="l">
              <a:lnSpc>
                <a:spcPct val="90000"/>
              </a:lnSpc>
              <a:buNone/>
              <a:defRPr sz="2400" b="1" i="0">
                <a:solidFill>
                  <a:srgbClr val="636363"/>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pPr lvl="0"/>
            <a:r>
              <a:rPr lang="en-US"/>
              <a:t>BREADCRUMB</a:t>
            </a:r>
          </a:p>
        </p:txBody>
      </p:sp>
      <p:sp>
        <p:nvSpPr>
          <p:cNvPr id="28" name="Text Placeholder 22">
            <a:extLst>
              <a:ext uri="{FF2B5EF4-FFF2-40B4-BE49-F238E27FC236}">
                <a16:creationId xmlns:a16="http://schemas.microsoft.com/office/drawing/2014/main" id="{762F3095-ACCA-BB31-237E-3FEB7A705EC3}"/>
              </a:ext>
            </a:extLst>
          </p:cNvPr>
          <p:cNvSpPr>
            <a:spLocks noGrp="1"/>
          </p:cNvSpPr>
          <p:nvPr>
            <p:ph type="body" sz="quarter" idx="42" hasCustomPrompt="1"/>
          </p:nvPr>
        </p:nvSpPr>
        <p:spPr>
          <a:xfrm>
            <a:off x="1142999" y="1491178"/>
            <a:ext cx="17454489" cy="607255"/>
          </a:xfrm>
        </p:spPr>
        <p:txBody>
          <a:bodyPr anchor="t">
            <a:noAutofit/>
          </a:bodyPr>
          <a:lstStyle>
            <a:lvl1pPr marL="0" indent="0" algn="l">
              <a:lnSpc>
                <a:spcPct val="90000"/>
              </a:lnSpc>
              <a:buNone/>
              <a:defRPr sz="4800" b="1" i="0">
                <a:solidFill>
                  <a:schemeClr val="tx1"/>
                </a:solidFill>
                <a:latin typeface="Lexend" pitchFamily="2" charset="77"/>
              </a:defRPr>
            </a:lvl1pPr>
          </a:lstStyle>
          <a:p>
            <a:pPr lvl="0"/>
            <a:r>
              <a:rPr lang="en-US"/>
              <a:t>Listing</a:t>
            </a:r>
          </a:p>
        </p:txBody>
      </p:sp>
      <p:sp>
        <p:nvSpPr>
          <p:cNvPr id="4" name="Text Placeholder 22">
            <a:extLst>
              <a:ext uri="{FF2B5EF4-FFF2-40B4-BE49-F238E27FC236}">
                <a16:creationId xmlns:a16="http://schemas.microsoft.com/office/drawing/2014/main" id="{DE2C4F34-6363-9776-8EED-E291AF35D69E}"/>
              </a:ext>
            </a:extLst>
          </p:cNvPr>
          <p:cNvSpPr>
            <a:spLocks noGrp="1"/>
          </p:cNvSpPr>
          <p:nvPr>
            <p:ph type="body" sz="quarter" idx="44" hasCustomPrompt="1"/>
          </p:nvPr>
        </p:nvSpPr>
        <p:spPr>
          <a:xfrm>
            <a:off x="1142999" y="3817035"/>
            <a:ext cx="6836362" cy="389206"/>
          </a:xfrm>
        </p:spPr>
        <p:txBody>
          <a:bodyPr anchor="t">
            <a:noAutofit/>
          </a:bodyPr>
          <a:lstStyle>
            <a:lvl1pPr marL="0" indent="0" algn="l">
              <a:lnSpc>
                <a:spcPct val="90000"/>
              </a:lnSpc>
              <a:buNone/>
              <a:defRPr sz="3600" b="1" i="0">
                <a:solidFill>
                  <a:schemeClr val="tx1"/>
                </a:solidFill>
                <a:latin typeface="Lexend" pitchFamily="2" charset="77"/>
              </a:defRPr>
            </a:lvl1pPr>
          </a:lstStyle>
          <a:p>
            <a:pPr lvl="0"/>
            <a:r>
              <a:rPr lang="en-US"/>
              <a:t>Lorem ipsum</a:t>
            </a:r>
          </a:p>
        </p:txBody>
      </p:sp>
      <p:sp>
        <p:nvSpPr>
          <p:cNvPr id="5" name="Text Placeholder 22">
            <a:extLst>
              <a:ext uri="{FF2B5EF4-FFF2-40B4-BE49-F238E27FC236}">
                <a16:creationId xmlns:a16="http://schemas.microsoft.com/office/drawing/2014/main" id="{DD2F5E84-16D4-1664-7573-65F21F86C234}"/>
              </a:ext>
            </a:extLst>
          </p:cNvPr>
          <p:cNvSpPr>
            <a:spLocks noGrp="1"/>
          </p:cNvSpPr>
          <p:nvPr>
            <p:ph type="body" sz="quarter" idx="45" hasCustomPrompt="1"/>
          </p:nvPr>
        </p:nvSpPr>
        <p:spPr>
          <a:xfrm>
            <a:off x="1142998" y="4379741"/>
            <a:ext cx="9196755" cy="1036319"/>
          </a:xfrm>
        </p:spPr>
        <p:txBody>
          <a:bodyPr anchor="t">
            <a:noAutofit/>
          </a:bodyPr>
          <a:lstStyle>
            <a:lvl1pPr marL="0" indent="0" algn="l">
              <a:lnSpc>
                <a:spcPct val="120000"/>
              </a:lnSpc>
              <a:buNone/>
              <a:defRPr sz="2400" b="0"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Integer </a:t>
            </a:r>
            <a:r>
              <a:rPr lang="en-US" err="1"/>
              <a:t>nec</a:t>
            </a:r>
            <a:r>
              <a:rPr lang="en-US"/>
              <a:t> </a:t>
            </a:r>
            <a:r>
              <a:rPr lang="en-US" err="1"/>
              <a:t>odio</a:t>
            </a:r>
            <a:r>
              <a:rPr lang="en-US"/>
              <a:t>. </a:t>
            </a:r>
            <a:r>
              <a:rPr lang="en-US" err="1"/>
              <a:t>Praesent</a:t>
            </a:r>
            <a:r>
              <a:rPr lang="en-US"/>
              <a:t> libero</a:t>
            </a:r>
          </a:p>
        </p:txBody>
      </p:sp>
      <p:sp>
        <p:nvSpPr>
          <p:cNvPr id="29" name="Text Placeholder 22">
            <a:extLst>
              <a:ext uri="{FF2B5EF4-FFF2-40B4-BE49-F238E27FC236}">
                <a16:creationId xmlns:a16="http://schemas.microsoft.com/office/drawing/2014/main" id="{8A7F4D49-99FB-DF32-5E3A-F3AACCB0DB2D}"/>
              </a:ext>
            </a:extLst>
          </p:cNvPr>
          <p:cNvSpPr>
            <a:spLocks noGrp="1"/>
          </p:cNvSpPr>
          <p:nvPr>
            <p:ph type="body" sz="quarter" idx="46" hasCustomPrompt="1"/>
          </p:nvPr>
        </p:nvSpPr>
        <p:spPr>
          <a:xfrm>
            <a:off x="1142999" y="6335152"/>
            <a:ext cx="6836362" cy="389206"/>
          </a:xfrm>
        </p:spPr>
        <p:txBody>
          <a:bodyPr anchor="t">
            <a:noAutofit/>
          </a:bodyPr>
          <a:lstStyle>
            <a:lvl1pPr marL="0" indent="0" algn="l">
              <a:lnSpc>
                <a:spcPct val="90000"/>
              </a:lnSpc>
              <a:buNone/>
              <a:defRPr sz="3600" b="1" i="0">
                <a:solidFill>
                  <a:schemeClr val="tx1"/>
                </a:solidFill>
                <a:latin typeface="Lexend" pitchFamily="2" charset="77"/>
              </a:defRPr>
            </a:lvl1pPr>
          </a:lstStyle>
          <a:p>
            <a:pPr lvl="0"/>
            <a:r>
              <a:rPr lang="en-US"/>
              <a:t>Lorem ipsum</a:t>
            </a:r>
          </a:p>
        </p:txBody>
      </p:sp>
      <p:sp>
        <p:nvSpPr>
          <p:cNvPr id="30" name="Text Placeholder 22">
            <a:extLst>
              <a:ext uri="{FF2B5EF4-FFF2-40B4-BE49-F238E27FC236}">
                <a16:creationId xmlns:a16="http://schemas.microsoft.com/office/drawing/2014/main" id="{E1004B28-5EB8-B50A-FB0B-B4DDF93D4960}"/>
              </a:ext>
            </a:extLst>
          </p:cNvPr>
          <p:cNvSpPr>
            <a:spLocks noGrp="1"/>
          </p:cNvSpPr>
          <p:nvPr>
            <p:ph type="body" sz="quarter" idx="47" hasCustomPrompt="1"/>
          </p:nvPr>
        </p:nvSpPr>
        <p:spPr>
          <a:xfrm>
            <a:off x="1142998" y="6897858"/>
            <a:ext cx="9196755" cy="1036319"/>
          </a:xfrm>
        </p:spPr>
        <p:txBody>
          <a:bodyPr anchor="t">
            <a:noAutofit/>
          </a:bodyPr>
          <a:lstStyle>
            <a:lvl1pPr marL="0" indent="0" algn="l">
              <a:lnSpc>
                <a:spcPct val="120000"/>
              </a:lnSpc>
              <a:buNone/>
              <a:defRPr sz="2400" b="0"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Integer </a:t>
            </a:r>
            <a:r>
              <a:rPr lang="en-US" err="1"/>
              <a:t>nec</a:t>
            </a:r>
            <a:r>
              <a:rPr lang="en-US"/>
              <a:t> </a:t>
            </a:r>
            <a:r>
              <a:rPr lang="en-US" err="1"/>
              <a:t>odio</a:t>
            </a:r>
            <a:r>
              <a:rPr lang="en-US"/>
              <a:t>. </a:t>
            </a:r>
            <a:r>
              <a:rPr lang="en-US" err="1"/>
              <a:t>Praesent</a:t>
            </a:r>
            <a:r>
              <a:rPr lang="en-US"/>
              <a:t> libero</a:t>
            </a:r>
          </a:p>
        </p:txBody>
      </p:sp>
      <p:sp>
        <p:nvSpPr>
          <p:cNvPr id="31" name="Text Placeholder 22">
            <a:extLst>
              <a:ext uri="{FF2B5EF4-FFF2-40B4-BE49-F238E27FC236}">
                <a16:creationId xmlns:a16="http://schemas.microsoft.com/office/drawing/2014/main" id="{12DFAB67-BA29-664F-35CE-91225E76381B}"/>
              </a:ext>
            </a:extLst>
          </p:cNvPr>
          <p:cNvSpPr>
            <a:spLocks noGrp="1"/>
          </p:cNvSpPr>
          <p:nvPr>
            <p:ph type="body" sz="quarter" idx="48" hasCustomPrompt="1"/>
          </p:nvPr>
        </p:nvSpPr>
        <p:spPr>
          <a:xfrm>
            <a:off x="1142999" y="8909540"/>
            <a:ext cx="6836362" cy="389206"/>
          </a:xfrm>
        </p:spPr>
        <p:txBody>
          <a:bodyPr anchor="t">
            <a:noAutofit/>
          </a:bodyPr>
          <a:lstStyle>
            <a:lvl1pPr marL="0" indent="0" algn="l">
              <a:lnSpc>
                <a:spcPct val="90000"/>
              </a:lnSpc>
              <a:buNone/>
              <a:defRPr sz="3600" b="1" i="0">
                <a:solidFill>
                  <a:schemeClr val="tx1"/>
                </a:solidFill>
                <a:latin typeface="Lexend" pitchFamily="2" charset="77"/>
              </a:defRPr>
            </a:lvl1pPr>
          </a:lstStyle>
          <a:p>
            <a:pPr lvl="0"/>
            <a:r>
              <a:rPr lang="en-US"/>
              <a:t>Lorem ipsum</a:t>
            </a:r>
          </a:p>
        </p:txBody>
      </p:sp>
      <p:sp>
        <p:nvSpPr>
          <p:cNvPr id="32" name="Text Placeholder 22">
            <a:extLst>
              <a:ext uri="{FF2B5EF4-FFF2-40B4-BE49-F238E27FC236}">
                <a16:creationId xmlns:a16="http://schemas.microsoft.com/office/drawing/2014/main" id="{7390BA71-5C34-B23A-B299-D4DFFF53B304}"/>
              </a:ext>
            </a:extLst>
          </p:cNvPr>
          <p:cNvSpPr>
            <a:spLocks noGrp="1"/>
          </p:cNvSpPr>
          <p:nvPr>
            <p:ph type="body" sz="quarter" idx="49" hasCustomPrompt="1"/>
          </p:nvPr>
        </p:nvSpPr>
        <p:spPr>
          <a:xfrm>
            <a:off x="1142998" y="9472246"/>
            <a:ext cx="9196755" cy="1036319"/>
          </a:xfrm>
        </p:spPr>
        <p:txBody>
          <a:bodyPr anchor="t">
            <a:noAutofit/>
          </a:bodyPr>
          <a:lstStyle>
            <a:lvl1pPr marL="0" indent="0" algn="l">
              <a:lnSpc>
                <a:spcPct val="120000"/>
              </a:lnSpc>
              <a:buNone/>
              <a:defRPr sz="2400" b="0"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Integer </a:t>
            </a:r>
            <a:r>
              <a:rPr lang="en-US" err="1"/>
              <a:t>nec</a:t>
            </a:r>
            <a:r>
              <a:rPr lang="en-US"/>
              <a:t> </a:t>
            </a:r>
            <a:r>
              <a:rPr lang="en-US" err="1"/>
              <a:t>odio</a:t>
            </a:r>
            <a:r>
              <a:rPr lang="en-US"/>
              <a:t>. </a:t>
            </a:r>
            <a:r>
              <a:rPr lang="en-US" err="1"/>
              <a:t>Praesent</a:t>
            </a:r>
            <a:r>
              <a:rPr lang="en-US"/>
              <a:t> libero</a:t>
            </a:r>
          </a:p>
        </p:txBody>
      </p:sp>
      <p:sp>
        <p:nvSpPr>
          <p:cNvPr id="33" name="Text Placeholder 22">
            <a:extLst>
              <a:ext uri="{FF2B5EF4-FFF2-40B4-BE49-F238E27FC236}">
                <a16:creationId xmlns:a16="http://schemas.microsoft.com/office/drawing/2014/main" id="{500AF0B5-5D02-1AD0-EB75-E00661BE9F86}"/>
              </a:ext>
            </a:extLst>
          </p:cNvPr>
          <p:cNvSpPr>
            <a:spLocks noGrp="1"/>
          </p:cNvSpPr>
          <p:nvPr>
            <p:ph type="body" sz="quarter" idx="50" hasCustomPrompt="1"/>
          </p:nvPr>
        </p:nvSpPr>
        <p:spPr>
          <a:xfrm>
            <a:off x="12242408" y="3817035"/>
            <a:ext cx="6836362" cy="389206"/>
          </a:xfrm>
        </p:spPr>
        <p:txBody>
          <a:bodyPr anchor="t">
            <a:noAutofit/>
          </a:bodyPr>
          <a:lstStyle>
            <a:lvl1pPr marL="0" indent="0" algn="l">
              <a:lnSpc>
                <a:spcPct val="90000"/>
              </a:lnSpc>
              <a:buNone/>
              <a:defRPr sz="3600" b="1" i="0">
                <a:solidFill>
                  <a:schemeClr val="tx1"/>
                </a:solidFill>
                <a:latin typeface="Lexend" pitchFamily="2" charset="77"/>
              </a:defRPr>
            </a:lvl1pPr>
          </a:lstStyle>
          <a:p>
            <a:pPr lvl="0"/>
            <a:r>
              <a:rPr lang="en-US"/>
              <a:t>Lorem ipsum</a:t>
            </a:r>
          </a:p>
        </p:txBody>
      </p:sp>
      <p:sp>
        <p:nvSpPr>
          <p:cNvPr id="34" name="Text Placeholder 22">
            <a:extLst>
              <a:ext uri="{FF2B5EF4-FFF2-40B4-BE49-F238E27FC236}">
                <a16:creationId xmlns:a16="http://schemas.microsoft.com/office/drawing/2014/main" id="{A65D90C1-5E0A-FB44-3AFE-361DED55D251}"/>
              </a:ext>
            </a:extLst>
          </p:cNvPr>
          <p:cNvSpPr>
            <a:spLocks noGrp="1"/>
          </p:cNvSpPr>
          <p:nvPr>
            <p:ph type="body" sz="quarter" idx="51" hasCustomPrompt="1"/>
          </p:nvPr>
        </p:nvSpPr>
        <p:spPr>
          <a:xfrm>
            <a:off x="12242407" y="4379741"/>
            <a:ext cx="9196755" cy="1036319"/>
          </a:xfrm>
        </p:spPr>
        <p:txBody>
          <a:bodyPr anchor="t">
            <a:noAutofit/>
          </a:bodyPr>
          <a:lstStyle>
            <a:lvl1pPr marL="0" indent="0" algn="l">
              <a:lnSpc>
                <a:spcPct val="120000"/>
              </a:lnSpc>
              <a:buNone/>
              <a:defRPr sz="2400" b="0"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Integer </a:t>
            </a:r>
            <a:r>
              <a:rPr lang="en-US" err="1"/>
              <a:t>nec</a:t>
            </a:r>
            <a:r>
              <a:rPr lang="en-US"/>
              <a:t> </a:t>
            </a:r>
            <a:r>
              <a:rPr lang="en-US" err="1"/>
              <a:t>odio</a:t>
            </a:r>
            <a:r>
              <a:rPr lang="en-US"/>
              <a:t>. </a:t>
            </a:r>
            <a:r>
              <a:rPr lang="en-US" err="1"/>
              <a:t>Praesent</a:t>
            </a:r>
            <a:r>
              <a:rPr lang="en-US"/>
              <a:t> libero</a:t>
            </a:r>
          </a:p>
        </p:txBody>
      </p:sp>
      <p:sp>
        <p:nvSpPr>
          <p:cNvPr id="35" name="Text Placeholder 22">
            <a:extLst>
              <a:ext uri="{FF2B5EF4-FFF2-40B4-BE49-F238E27FC236}">
                <a16:creationId xmlns:a16="http://schemas.microsoft.com/office/drawing/2014/main" id="{F3C29B4D-FBBD-9A9A-FC39-39D5DF95D3E8}"/>
              </a:ext>
            </a:extLst>
          </p:cNvPr>
          <p:cNvSpPr>
            <a:spLocks noGrp="1"/>
          </p:cNvSpPr>
          <p:nvPr>
            <p:ph type="body" sz="quarter" idx="52" hasCustomPrompt="1"/>
          </p:nvPr>
        </p:nvSpPr>
        <p:spPr>
          <a:xfrm>
            <a:off x="12242408" y="6335152"/>
            <a:ext cx="6836362" cy="389206"/>
          </a:xfrm>
        </p:spPr>
        <p:txBody>
          <a:bodyPr anchor="t">
            <a:noAutofit/>
          </a:bodyPr>
          <a:lstStyle>
            <a:lvl1pPr marL="0" indent="0" algn="l">
              <a:lnSpc>
                <a:spcPct val="90000"/>
              </a:lnSpc>
              <a:buNone/>
              <a:defRPr sz="3600" b="1" i="0">
                <a:solidFill>
                  <a:schemeClr val="tx1"/>
                </a:solidFill>
                <a:latin typeface="Lexend" pitchFamily="2" charset="77"/>
              </a:defRPr>
            </a:lvl1pPr>
          </a:lstStyle>
          <a:p>
            <a:pPr lvl="0"/>
            <a:r>
              <a:rPr lang="en-US"/>
              <a:t>Lorem ipsum</a:t>
            </a:r>
          </a:p>
        </p:txBody>
      </p:sp>
      <p:sp>
        <p:nvSpPr>
          <p:cNvPr id="36" name="Text Placeholder 22">
            <a:extLst>
              <a:ext uri="{FF2B5EF4-FFF2-40B4-BE49-F238E27FC236}">
                <a16:creationId xmlns:a16="http://schemas.microsoft.com/office/drawing/2014/main" id="{B8F8413C-7846-BBDE-306B-3132E22CCFC8}"/>
              </a:ext>
            </a:extLst>
          </p:cNvPr>
          <p:cNvSpPr>
            <a:spLocks noGrp="1"/>
          </p:cNvSpPr>
          <p:nvPr>
            <p:ph type="body" sz="quarter" idx="53" hasCustomPrompt="1"/>
          </p:nvPr>
        </p:nvSpPr>
        <p:spPr>
          <a:xfrm>
            <a:off x="12242407" y="6897858"/>
            <a:ext cx="9196755" cy="1036319"/>
          </a:xfrm>
        </p:spPr>
        <p:txBody>
          <a:bodyPr anchor="t">
            <a:noAutofit/>
          </a:bodyPr>
          <a:lstStyle>
            <a:lvl1pPr marL="0" indent="0" algn="l">
              <a:lnSpc>
                <a:spcPct val="120000"/>
              </a:lnSpc>
              <a:buNone/>
              <a:defRPr sz="2400" b="0"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Integer </a:t>
            </a:r>
            <a:r>
              <a:rPr lang="en-US" err="1"/>
              <a:t>nec</a:t>
            </a:r>
            <a:r>
              <a:rPr lang="en-US"/>
              <a:t> </a:t>
            </a:r>
            <a:r>
              <a:rPr lang="en-US" err="1"/>
              <a:t>odio</a:t>
            </a:r>
            <a:r>
              <a:rPr lang="en-US"/>
              <a:t>. </a:t>
            </a:r>
            <a:r>
              <a:rPr lang="en-US" err="1"/>
              <a:t>Praesent</a:t>
            </a:r>
            <a:r>
              <a:rPr lang="en-US"/>
              <a:t> libero</a:t>
            </a:r>
          </a:p>
        </p:txBody>
      </p:sp>
      <p:sp>
        <p:nvSpPr>
          <p:cNvPr id="37" name="Text Placeholder 22">
            <a:extLst>
              <a:ext uri="{FF2B5EF4-FFF2-40B4-BE49-F238E27FC236}">
                <a16:creationId xmlns:a16="http://schemas.microsoft.com/office/drawing/2014/main" id="{EF492B91-C939-85B5-39CA-449CA554FD10}"/>
              </a:ext>
            </a:extLst>
          </p:cNvPr>
          <p:cNvSpPr>
            <a:spLocks noGrp="1"/>
          </p:cNvSpPr>
          <p:nvPr>
            <p:ph type="body" sz="quarter" idx="54" hasCustomPrompt="1"/>
          </p:nvPr>
        </p:nvSpPr>
        <p:spPr>
          <a:xfrm>
            <a:off x="12242408" y="8909540"/>
            <a:ext cx="6836362" cy="389206"/>
          </a:xfrm>
        </p:spPr>
        <p:txBody>
          <a:bodyPr anchor="t">
            <a:noAutofit/>
          </a:bodyPr>
          <a:lstStyle>
            <a:lvl1pPr marL="0" indent="0" algn="l">
              <a:lnSpc>
                <a:spcPct val="90000"/>
              </a:lnSpc>
              <a:buNone/>
              <a:defRPr sz="3600" b="1" i="0">
                <a:solidFill>
                  <a:schemeClr val="tx1"/>
                </a:solidFill>
                <a:latin typeface="Lexend" pitchFamily="2" charset="77"/>
              </a:defRPr>
            </a:lvl1pPr>
          </a:lstStyle>
          <a:p>
            <a:pPr lvl="0"/>
            <a:r>
              <a:rPr lang="en-US"/>
              <a:t>Lorem ipsum</a:t>
            </a:r>
          </a:p>
        </p:txBody>
      </p:sp>
      <p:sp>
        <p:nvSpPr>
          <p:cNvPr id="38" name="Text Placeholder 22">
            <a:extLst>
              <a:ext uri="{FF2B5EF4-FFF2-40B4-BE49-F238E27FC236}">
                <a16:creationId xmlns:a16="http://schemas.microsoft.com/office/drawing/2014/main" id="{022584CE-D0D9-2C0C-155F-500C84AEBF9F}"/>
              </a:ext>
            </a:extLst>
          </p:cNvPr>
          <p:cNvSpPr>
            <a:spLocks noGrp="1"/>
          </p:cNvSpPr>
          <p:nvPr>
            <p:ph type="body" sz="quarter" idx="55" hasCustomPrompt="1"/>
          </p:nvPr>
        </p:nvSpPr>
        <p:spPr>
          <a:xfrm>
            <a:off x="12242407" y="9472246"/>
            <a:ext cx="9196755" cy="1036319"/>
          </a:xfrm>
        </p:spPr>
        <p:txBody>
          <a:bodyPr anchor="t">
            <a:noAutofit/>
          </a:bodyPr>
          <a:lstStyle>
            <a:lvl1pPr marL="0" indent="0" algn="l">
              <a:lnSpc>
                <a:spcPct val="120000"/>
              </a:lnSpc>
              <a:buNone/>
              <a:defRPr sz="2400" b="0"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Integer </a:t>
            </a:r>
            <a:r>
              <a:rPr lang="en-US" err="1"/>
              <a:t>nec</a:t>
            </a:r>
            <a:r>
              <a:rPr lang="en-US"/>
              <a:t> </a:t>
            </a:r>
            <a:r>
              <a:rPr lang="en-US" err="1"/>
              <a:t>odio</a:t>
            </a:r>
            <a:r>
              <a:rPr lang="en-US"/>
              <a:t>. </a:t>
            </a:r>
            <a:r>
              <a:rPr lang="en-US" err="1"/>
              <a:t>Praesent</a:t>
            </a:r>
            <a:r>
              <a:rPr lang="en-US"/>
              <a:t> libero</a:t>
            </a:r>
          </a:p>
        </p:txBody>
      </p:sp>
    </p:spTree>
    <p:extLst>
      <p:ext uri="{BB962C8B-B14F-4D97-AF65-F5344CB8AC3E}">
        <p14:creationId xmlns:p14="http://schemas.microsoft.com/office/powerpoint/2010/main" val="124939603"/>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Title">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8A1D1B84-275F-7A28-FBDE-DF01248B9638}"/>
              </a:ext>
            </a:extLst>
          </p:cNvPr>
          <p:cNvSpPr/>
          <p:nvPr userDrawn="1"/>
        </p:nvSpPr>
        <p:spPr>
          <a:xfrm>
            <a:off x="16141148" y="0"/>
            <a:ext cx="8242852" cy="13716000"/>
          </a:xfrm>
          <a:prstGeom prst="rect">
            <a:avLst/>
          </a:prstGeom>
          <a:solidFill>
            <a:srgbClr val="0078CF"/>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38100" indent="0" algn="l" defTabSz="863600" rtl="0" fontAlgn="auto" latinLnBrk="0" hangingPunct="0">
              <a:lnSpc>
                <a:spcPct val="30000"/>
              </a:lnSpc>
              <a:spcBef>
                <a:spcPts val="0"/>
              </a:spcBef>
              <a:spcAft>
                <a:spcPts val="0"/>
              </a:spcAft>
              <a:buClrTx/>
              <a:buSzTx/>
              <a:buFontTx/>
              <a:buNone/>
              <a:tabLst/>
            </a:pPr>
            <a:endParaRPr kumimoji="0" lang="en-US" sz="4000" b="1" i="0" u="none" strike="noStrike" cap="none" spc="0" normalizeH="0" baseline="0">
              <a:ln>
                <a:noFill/>
              </a:ln>
              <a:solidFill>
                <a:srgbClr val="000000"/>
              </a:solidFill>
              <a:effectLst/>
              <a:uFill>
                <a:solidFill>
                  <a:srgbClr val="3A88FE"/>
                </a:solidFill>
              </a:uFill>
              <a:latin typeface="Futura Maxi Book"/>
              <a:ea typeface="Futura Maxi Book"/>
              <a:cs typeface="Futura Maxi Book"/>
              <a:sym typeface="Futura Maxi Book"/>
            </a:endParaRPr>
          </a:p>
        </p:txBody>
      </p:sp>
      <p:grpSp>
        <p:nvGrpSpPr>
          <p:cNvPr id="6" name="Group 5">
            <a:extLst>
              <a:ext uri="{FF2B5EF4-FFF2-40B4-BE49-F238E27FC236}">
                <a16:creationId xmlns:a16="http://schemas.microsoft.com/office/drawing/2014/main" id="{81B1EFDB-7F6D-ED47-8234-A3BD23C6F881}"/>
              </a:ext>
            </a:extLst>
          </p:cNvPr>
          <p:cNvGrpSpPr/>
          <p:nvPr userDrawn="1"/>
        </p:nvGrpSpPr>
        <p:grpSpPr>
          <a:xfrm>
            <a:off x="1146368" y="13081187"/>
            <a:ext cx="4045182" cy="262701"/>
            <a:chOff x="917768" y="13060847"/>
            <a:chExt cx="4045182" cy="262701"/>
          </a:xfrm>
        </p:grpSpPr>
        <p:pic>
          <p:nvPicPr>
            <p:cNvPr id="7" name="Image" descr="Image">
              <a:extLst>
                <a:ext uri="{FF2B5EF4-FFF2-40B4-BE49-F238E27FC236}">
                  <a16:creationId xmlns:a16="http://schemas.microsoft.com/office/drawing/2014/main" id="{CDB537CD-ABA1-360B-888F-EBC39A4F28FD}"/>
                </a:ext>
              </a:extLst>
            </p:cNvPr>
            <p:cNvPicPr>
              <a:picLocks noChangeAspect="1"/>
            </p:cNvPicPr>
            <p:nvPr/>
          </p:nvPicPr>
          <p:blipFill>
            <a:blip r:embed="rId2"/>
            <a:stretch>
              <a:fillRect/>
            </a:stretch>
          </p:blipFill>
          <p:spPr>
            <a:xfrm>
              <a:off x="917768" y="13081703"/>
              <a:ext cx="1133346" cy="220988"/>
            </a:xfrm>
            <a:prstGeom prst="rect">
              <a:avLst/>
            </a:prstGeom>
            <a:ln w="12700" cap="flat">
              <a:noFill/>
              <a:miter lim="400000"/>
            </a:ln>
            <a:effectLst/>
          </p:spPr>
        </p:pic>
        <p:pic>
          <p:nvPicPr>
            <p:cNvPr id="8" name="Image" descr="Image">
              <a:extLst>
                <a:ext uri="{FF2B5EF4-FFF2-40B4-BE49-F238E27FC236}">
                  <a16:creationId xmlns:a16="http://schemas.microsoft.com/office/drawing/2014/main" id="{C9C291B8-86D6-B9E3-8274-1E6435B6155A}"/>
                </a:ext>
              </a:extLst>
            </p:cNvPr>
            <p:cNvPicPr>
              <a:picLocks noChangeAspect="1"/>
            </p:cNvPicPr>
            <p:nvPr/>
          </p:nvPicPr>
          <p:blipFill>
            <a:blip r:embed="rId3"/>
            <a:stretch>
              <a:fillRect/>
            </a:stretch>
          </p:blipFill>
          <p:spPr>
            <a:xfrm>
              <a:off x="2283041" y="13079362"/>
              <a:ext cx="1662276" cy="226571"/>
            </a:xfrm>
            <a:prstGeom prst="rect">
              <a:avLst/>
            </a:prstGeom>
            <a:ln w="12700" cap="flat">
              <a:noFill/>
              <a:miter lim="400000"/>
            </a:ln>
            <a:effectLst/>
          </p:spPr>
        </p:pic>
        <p:pic>
          <p:nvPicPr>
            <p:cNvPr id="9" name="Picture 8" descr="A black background with a black square&#10;&#10;Description automatically generated with medium confidence">
              <a:extLst>
                <a:ext uri="{FF2B5EF4-FFF2-40B4-BE49-F238E27FC236}">
                  <a16:creationId xmlns:a16="http://schemas.microsoft.com/office/drawing/2014/main" id="{1D5B96D9-3563-872A-007D-0B40282EB5E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64544" y="13060847"/>
              <a:ext cx="798406" cy="262701"/>
            </a:xfrm>
            <a:prstGeom prst="rect">
              <a:avLst/>
            </a:prstGeom>
          </p:spPr>
        </p:pic>
      </p:grpSp>
      <p:sp>
        <p:nvSpPr>
          <p:cNvPr id="11" name="Text">
            <a:extLst>
              <a:ext uri="{FF2B5EF4-FFF2-40B4-BE49-F238E27FC236}">
                <a16:creationId xmlns:a16="http://schemas.microsoft.com/office/drawing/2014/main" id="{20D8EB30-40DE-9C67-6E7D-C95AD00A79A9}"/>
              </a:ext>
            </a:extLst>
          </p:cNvPr>
          <p:cNvSpPr txBox="1"/>
          <p:nvPr userDrawn="1"/>
        </p:nvSpPr>
        <p:spPr>
          <a:xfrm>
            <a:off x="22732827" y="13063095"/>
            <a:ext cx="582458" cy="4227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a:spAutoFit/>
          </a:bodyPr>
          <a:lstStyle>
            <a:lvl1pPr marR="38100" algn="r" defTabSz="863600">
              <a:defRPr sz="2000" b="1">
                <a:uFill>
                  <a:solidFill>
                    <a:srgbClr val="3A88FE"/>
                  </a:solidFill>
                </a:uFill>
              </a:defRPr>
            </a:lvl1pPr>
          </a:lstStyle>
          <a:p>
            <a:fld id="{86CB4B4D-7CA3-9044-876B-883B54F8677D}" type="slidenum">
              <a:rPr>
                <a:solidFill>
                  <a:schemeClr val="bg1"/>
                </a:solidFill>
              </a:rPr>
              <a:t>‹#›</a:t>
            </a:fld>
            <a:endParaRPr>
              <a:solidFill>
                <a:schemeClr val="bg1"/>
              </a:solidFill>
            </a:endParaRPr>
          </a:p>
        </p:txBody>
      </p:sp>
      <p:sp>
        <p:nvSpPr>
          <p:cNvPr id="2" name="Headline">
            <a:extLst>
              <a:ext uri="{FF2B5EF4-FFF2-40B4-BE49-F238E27FC236}">
                <a16:creationId xmlns:a16="http://schemas.microsoft.com/office/drawing/2014/main" id="{571B7FC3-6F50-8023-90AC-CBEFBED0F177}"/>
              </a:ext>
            </a:extLst>
          </p:cNvPr>
          <p:cNvSpPr txBox="1">
            <a:spLocks noGrp="1"/>
          </p:cNvSpPr>
          <p:nvPr>
            <p:ph type="body" sz="quarter" idx="15" hasCustomPrompt="1"/>
          </p:nvPr>
        </p:nvSpPr>
        <p:spPr>
          <a:xfrm>
            <a:off x="1146370" y="6013449"/>
            <a:ext cx="9607770" cy="1038746"/>
          </a:xfrm>
          <a:prstGeom prst="rect">
            <a:avLst/>
          </a:prstGeom>
          <a:effectLst>
            <a:outerShdw blurRad="1270000" dist="25400" dir="5400000" rotWithShape="0">
              <a:srgbClr val="204C8D">
                <a:alpha val="25614"/>
              </a:srgbClr>
            </a:outerShdw>
          </a:effectLst>
        </p:spPr>
        <p:txBody>
          <a:bodyPr lIns="0" tIns="0" rIns="0" bIns="0" anchor="t">
            <a:noAutofit/>
          </a:bodyPr>
          <a:lstStyle>
            <a:lvl1pPr marL="0" indent="0" defTabSz="457200">
              <a:lnSpc>
                <a:spcPct val="90000"/>
              </a:lnSpc>
              <a:spcBef>
                <a:spcPts val="0"/>
              </a:spcBef>
              <a:buSzTx/>
              <a:buNone/>
              <a:defRPr sz="7500" b="1">
                <a:solidFill>
                  <a:schemeClr val="tx1"/>
                </a:solidFill>
                <a:latin typeface="Lexend" pitchFamily="2" charset="77"/>
                <a:ea typeface="Lexend" pitchFamily="2" charset="77"/>
                <a:cs typeface="Lexend" pitchFamily="2" charset="77"/>
                <a:sym typeface="Futura Maxi Book"/>
              </a:defRPr>
            </a:lvl1pPr>
          </a:lstStyle>
          <a:p>
            <a:r>
              <a:t>Presentation Title</a:t>
            </a:r>
          </a:p>
        </p:txBody>
      </p:sp>
      <p:sp>
        <p:nvSpPr>
          <p:cNvPr id="3" name="Headline">
            <a:extLst>
              <a:ext uri="{FF2B5EF4-FFF2-40B4-BE49-F238E27FC236}">
                <a16:creationId xmlns:a16="http://schemas.microsoft.com/office/drawing/2014/main" id="{803E6909-A94D-8CAC-3BA4-C6CD51D30FF9}"/>
              </a:ext>
            </a:extLst>
          </p:cNvPr>
          <p:cNvSpPr txBox="1">
            <a:spLocks noGrp="1"/>
          </p:cNvSpPr>
          <p:nvPr>
            <p:ph type="body" sz="quarter" idx="19" hasCustomPrompt="1"/>
          </p:nvPr>
        </p:nvSpPr>
        <p:spPr>
          <a:xfrm>
            <a:off x="1146369" y="5023536"/>
            <a:ext cx="2921282" cy="400174"/>
          </a:xfrm>
          <a:prstGeom prst="rect">
            <a:avLst/>
          </a:prstGeom>
          <a:effectLst>
            <a:outerShdw blurRad="1270000" dist="25400" dir="5400000" rotWithShape="0">
              <a:srgbClr val="204C8D">
                <a:alpha val="25614"/>
              </a:srgbClr>
            </a:outerShdw>
          </a:effectLst>
        </p:spPr>
        <p:txBody>
          <a:bodyPr lIns="0" tIns="0" rIns="0" bIns="0" anchor="t">
            <a:noAutofit/>
          </a:bodyPr>
          <a:lstStyle>
            <a:lvl1pPr marL="0" indent="0" defTabSz="457200">
              <a:lnSpc>
                <a:spcPct val="110000"/>
              </a:lnSpc>
              <a:spcBef>
                <a:spcPts val="0"/>
              </a:spcBef>
              <a:buSzTx/>
              <a:buNone/>
              <a:defRPr sz="2500" cap="all">
                <a:solidFill>
                  <a:schemeClr val="tx1"/>
                </a:solidFill>
                <a:latin typeface="Open Sans Extrabold"/>
                <a:ea typeface="Open Sans Extrabold"/>
                <a:cs typeface="Open Sans Extrabold"/>
                <a:sym typeface="Open Sans Extrabold"/>
              </a:defRPr>
            </a:lvl1pPr>
          </a:lstStyle>
          <a:p>
            <a:r>
              <a:rPr lang="en-US"/>
              <a:t>Jan</a:t>
            </a:r>
            <a:r>
              <a:t> </a:t>
            </a:r>
            <a:r>
              <a:rPr lang="en-US"/>
              <a:t>10,</a:t>
            </a:r>
            <a:r>
              <a:t> 202</a:t>
            </a:r>
            <a:r>
              <a:rPr lang="en-US"/>
              <a:t>4</a:t>
            </a:r>
            <a:endParaRPr/>
          </a:p>
        </p:txBody>
      </p:sp>
    </p:spTree>
    <p:extLst>
      <p:ext uri="{BB962C8B-B14F-4D97-AF65-F5344CB8AC3E}">
        <p14:creationId xmlns:p14="http://schemas.microsoft.com/office/powerpoint/2010/main" val="3977767748"/>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Title">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8A1D1B84-275F-7A28-FBDE-DF01248B9638}"/>
              </a:ext>
            </a:extLst>
          </p:cNvPr>
          <p:cNvSpPr/>
          <p:nvPr userDrawn="1"/>
        </p:nvSpPr>
        <p:spPr>
          <a:xfrm>
            <a:off x="12192000" y="0"/>
            <a:ext cx="12192000" cy="13716000"/>
          </a:xfrm>
          <a:prstGeom prst="rect">
            <a:avLst/>
          </a:prstGeom>
          <a:solidFill>
            <a:srgbClr val="0078CF"/>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38100" indent="0" algn="l" defTabSz="863600" rtl="0" fontAlgn="auto" latinLnBrk="0" hangingPunct="0">
              <a:lnSpc>
                <a:spcPct val="30000"/>
              </a:lnSpc>
              <a:spcBef>
                <a:spcPts val="0"/>
              </a:spcBef>
              <a:spcAft>
                <a:spcPts val="0"/>
              </a:spcAft>
              <a:buClrTx/>
              <a:buSzTx/>
              <a:buFontTx/>
              <a:buNone/>
              <a:tabLst/>
            </a:pPr>
            <a:endParaRPr kumimoji="0" lang="en-US" sz="4000" b="1" i="0" u="none" strike="noStrike" cap="none" spc="0" normalizeH="0" baseline="0">
              <a:ln>
                <a:noFill/>
              </a:ln>
              <a:solidFill>
                <a:srgbClr val="000000"/>
              </a:solidFill>
              <a:effectLst/>
              <a:uFill>
                <a:solidFill>
                  <a:srgbClr val="3A88FE"/>
                </a:solidFill>
              </a:uFill>
              <a:latin typeface="Futura Maxi Book"/>
              <a:ea typeface="Futura Maxi Book"/>
              <a:cs typeface="Futura Maxi Book"/>
              <a:sym typeface="Futura Maxi Book"/>
            </a:endParaRPr>
          </a:p>
        </p:txBody>
      </p:sp>
      <p:grpSp>
        <p:nvGrpSpPr>
          <p:cNvPr id="6" name="Group 5">
            <a:extLst>
              <a:ext uri="{FF2B5EF4-FFF2-40B4-BE49-F238E27FC236}">
                <a16:creationId xmlns:a16="http://schemas.microsoft.com/office/drawing/2014/main" id="{81B1EFDB-7F6D-ED47-8234-A3BD23C6F881}"/>
              </a:ext>
            </a:extLst>
          </p:cNvPr>
          <p:cNvGrpSpPr/>
          <p:nvPr userDrawn="1"/>
        </p:nvGrpSpPr>
        <p:grpSpPr>
          <a:xfrm>
            <a:off x="1146368" y="13081187"/>
            <a:ext cx="4045182" cy="262701"/>
            <a:chOff x="917768" y="13060847"/>
            <a:chExt cx="4045182" cy="262701"/>
          </a:xfrm>
        </p:grpSpPr>
        <p:pic>
          <p:nvPicPr>
            <p:cNvPr id="7" name="Image" descr="Image">
              <a:extLst>
                <a:ext uri="{FF2B5EF4-FFF2-40B4-BE49-F238E27FC236}">
                  <a16:creationId xmlns:a16="http://schemas.microsoft.com/office/drawing/2014/main" id="{CDB537CD-ABA1-360B-888F-EBC39A4F28FD}"/>
                </a:ext>
              </a:extLst>
            </p:cNvPr>
            <p:cNvPicPr>
              <a:picLocks noChangeAspect="1"/>
            </p:cNvPicPr>
            <p:nvPr/>
          </p:nvPicPr>
          <p:blipFill>
            <a:blip r:embed="rId2"/>
            <a:stretch>
              <a:fillRect/>
            </a:stretch>
          </p:blipFill>
          <p:spPr>
            <a:xfrm>
              <a:off x="917768" y="13081703"/>
              <a:ext cx="1133346" cy="220988"/>
            </a:xfrm>
            <a:prstGeom prst="rect">
              <a:avLst/>
            </a:prstGeom>
            <a:ln w="12700" cap="flat">
              <a:noFill/>
              <a:miter lim="400000"/>
            </a:ln>
            <a:effectLst/>
          </p:spPr>
        </p:pic>
        <p:pic>
          <p:nvPicPr>
            <p:cNvPr id="8" name="Image" descr="Image">
              <a:extLst>
                <a:ext uri="{FF2B5EF4-FFF2-40B4-BE49-F238E27FC236}">
                  <a16:creationId xmlns:a16="http://schemas.microsoft.com/office/drawing/2014/main" id="{C9C291B8-86D6-B9E3-8274-1E6435B6155A}"/>
                </a:ext>
              </a:extLst>
            </p:cNvPr>
            <p:cNvPicPr>
              <a:picLocks noChangeAspect="1"/>
            </p:cNvPicPr>
            <p:nvPr/>
          </p:nvPicPr>
          <p:blipFill>
            <a:blip r:embed="rId3"/>
            <a:stretch>
              <a:fillRect/>
            </a:stretch>
          </p:blipFill>
          <p:spPr>
            <a:xfrm>
              <a:off x="2283041" y="13079362"/>
              <a:ext cx="1662276" cy="226571"/>
            </a:xfrm>
            <a:prstGeom prst="rect">
              <a:avLst/>
            </a:prstGeom>
            <a:ln w="12700" cap="flat">
              <a:noFill/>
              <a:miter lim="400000"/>
            </a:ln>
            <a:effectLst/>
          </p:spPr>
        </p:pic>
        <p:pic>
          <p:nvPicPr>
            <p:cNvPr id="9" name="Picture 8" descr="A black background with a black square&#10;&#10;Description automatically generated with medium confidence">
              <a:extLst>
                <a:ext uri="{FF2B5EF4-FFF2-40B4-BE49-F238E27FC236}">
                  <a16:creationId xmlns:a16="http://schemas.microsoft.com/office/drawing/2014/main" id="{1D5B96D9-3563-872A-007D-0B40282EB5E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64544" y="13060847"/>
              <a:ext cx="798406" cy="262701"/>
            </a:xfrm>
            <a:prstGeom prst="rect">
              <a:avLst/>
            </a:prstGeom>
          </p:spPr>
        </p:pic>
      </p:grpSp>
      <p:sp>
        <p:nvSpPr>
          <p:cNvPr id="11" name="Text">
            <a:extLst>
              <a:ext uri="{FF2B5EF4-FFF2-40B4-BE49-F238E27FC236}">
                <a16:creationId xmlns:a16="http://schemas.microsoft.com/office/drawing/2014/main" id="{20D8EB30-40DE-9C67-6E7D-C95AD00A79A9}"/>
              </a:ext>
            </a:extLst>
          </p:cNvPr>
          <p:cNvSpPr txBox="1"/>
          <p:nvPr userDrawn="1"/>
        </p:nvSpPr>
        <p:spPr>
          <a:xfrm>
            <a:off x="22732827" y="13063095"/>
            <a:ext cx="582458" cy="4227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lvl1pPr marR="38100" algn="r" defTabSz="863600">
              <a:defRPr sz="2000" b="1">
                <a:uFill>
                  <a:solidFill>
                    <a:srgbClr val="3A88FE"/>
                  </a:solidFill>
                </a:uFill>
              </a:defRPr>
            </a:lvl1pPr>
          </a:lstStyle>
          <a:p>
            <a:fld id="{86CB4B4D-7CA3-9044-876B-883B54F8677D}" type="slidenum">
              <a:rPr>
                <a:solidFill>
                  <a:schemeClr val="bg1"/>
                </a:solidFill>
              </a:rPr>
              <a:t>‹#›</a:t>
            </a:fld>
            <a:endParaRPr>
              <a:solidFill>
                <a:schemeClr val="bg1"/>
              </a:solidFill>
            </a:endParaRPr>
          </a:p>
        </p:txBody>
      </p:sp>
      <p:sp>
        <p:nvSpPr>
          <p:cNvPr id="16" name="Text Placeholder 5">
            <a:extLst>
              <a:ext uri="{FF2B5EF4-FFF2-40B4-BE49-F238E27FC236}">
                <a16:creationId xmlns:a16="http://schemas.microsoft.com/office/drawing/2014/main" id="{91C0FFB2-14CB-3398-4042-EE9641B42F7C}"/>
              </a:ext>
            </a:extLst>
          </p:cNvPr>
          <p:cNvSpPr>
            <a:spLocks noGrp="1"/>
          </p:cNvSpPr>
          <p:nvPr>
            <p:ph type="body" sz="quarter" idx="11" hasCustomPrompt="1"/>
          </p:nvPr>
        </p:nvSpPr>
        <p:spPr>
          <a:xfrm>
            <a:off x="1146368" y="3704781"/>
            <a:ext cx="10248463" cy="6597426"/>
          </a:xfrm>
        </p:spPr>
        <p:txBody>
          <a:bodyPr anchor="ctr">
            <a:normAutofit/>
          </a:bodyPr>
          <a:lstStyle>
            <a:lvl1pPr marL="0" indent="0" algn="l">
              <a:lnSpc>
                <a:spcPct val="100000"/>
              </a:lnSpc>
              <a:buNone/>
              <a:defRPr sz="4800" b="1" i="0">
                <a:solidFill>
                  <a:schemeClr val="tx1"/>
                </a:solidFill>
                <a:latin typeface="Lexend" pitchFamily="2" charset="77"/>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a:t>
            </a:r>
          </a:p>
        </p:txBody>
      </p:sp>
      <p:sp>
        <p:nvSpPr>
          <p:cNvPr id="18" name="Text Placeholder 5">
            <a:extLst>
              <a:ext uri="{FF2B5EF4-FFF2-40B4-BE49-F238E27FC236}">
                <a16:creationId xmlns:a16="http://schemas.microsoft.com/office/drawing/2014/main" id="{A7789FE3-128A-850D-28A6-3875CB57AFAF}"/>
              </a:ext>
            </a:extLst>
          </p:cNvPr>
          <p:cNvSpPr>
            <a:spLocks noGrp="1"/>
          </p:cNvSpPr>
          <p:nvPr>
            <p:ph type="body" sz="quarter" idx="12" hasCustomPrompt="1"/>
          </p:nvPr>
        </p:nvSpPr>
        <p:spPr>
          <a:xfrm>
            <a:off x="13338368" y="3704781"/>
            <a:ext cx="10248463" cy="6597426"/>
          </a:xfrm>
        </p:spPr>
        <p:txBody>
          <a:bodyPr anchor="ctr">
            <a:normAutofit/>
          </a:bodyPr>
          <a:lstStyle>
            <a:lvl1pPr marL="0" indent="0" algn="l">
              <a:lnSpc>
                <a:spcPct val="100000"/>
              </a:lnSpc>
              <a:buNone/>
              <a:defRPr sz="4800" b="1" i="0">
                <a:solidFill>
                  <a:schemeClr val="bg1"/>
                </a:solidFill>
                <a:latin typeface="Lexend" pitchFamily="2" charset="77"/>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a:t>
            </a:r>
          </a:p>
        </p:txBody>
      </p:sp>
    </p:spTree>
    <p:extLst>
      <p:ext uri="{BB962C8B-B14F-4D97-AF65-F5344CB8AC3E}">
        <p14:creationId xmlns:p14="http://schemas.microsoft.com/office/powerpoint/2010/main" val="2692726486"/>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plit Slide with Imagery">
    <p:bg>
      <p:bgPr>
        <a:solidFill>
          <a:schemeClr val="bg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1B1EFDB-7F6D-ED47-8234-A3BD23C6F881}"/>
              </a:ext>
            </a:extLst>
          </p:cNvPr>
          <p:cNvGrpSpPr/>
          <p:nvPr userDrawn="1"/>
        </p:nvGrpSpPr>
        <p:grpSpPr>
          <a:xfrm>
            <a:off x="1146368" y="13081187"/>
            <a:ext cx="4045182" cy="262701"/>
            <a:chOff x="917768" y="13060847"/>
            <a:chExt cx="4045182" cy="262701"/>
          </a:xfrm>
        </p:grpSpPr>
        <p:pic>
          <p:nvPicPr>
            <p:cNvPr id="7" name="Image" descr="Image">
              <a:extLst>
                <a:ext uri="{FF2B5EF4-FFF2-40B4-BE49-F238E27FC236}">
                  <a16:creationId xmlns:a16="http://schemas.microsoft.com/office/drawing/2014/main" id="{CDB537CD-ABA1-360B-888F-EBC39A4F28FD}"/>
                </a:ext>
              </a:extLst>
            </p:cNvPr>
            <p:cNvPicPr>
              <a:picLocks noChangeAspect="1"/>
            </p:cNvPicPr>
            <p:nvPr/>
          </p:nvPicPr>
          <p:blipFill>
            <a:blip r:embed="rId2"/>
            <a:stretch>
              <a:fillRect/>
            </a:stretch>
          </p:blipFill>
          <p:spPr>
            <a:xfrm>
              <a:off x="917768" y="13081703"/>
              <a:ext cx="1133346" cy="220988"/>
            </a:xfrm>
            <a:prstGeom prst="rect">
              <a:avLst/>
            </a:prstGeom>
            <a:ln w="12700" cap="flat">
              <a:noFill/>
              <a:miter lim="400000"/>
            </a:ln>
            <a:effectLst/>
          </p:spPr>
        </p:pic>
        <p:pic>
          <p:nvPicPr>
            <p:cNvPr id="8" name="Image" descr="Image">
              <a:extLst>
                <a:ext uri="{FF2B5EF4-FFF2-40B4-BE49-F238E27FC236}">
                  <a16:creationId xmlns:a16="http://schemas.microsoft.com/office/drawing/2014/main" id="{C9C291B8-86D6-B9E3-8274-1E6435B6155A}"/>
                </a:ext>
              </a:extLst>
            </p:cNvPr>
            <p:cNvPicPr>
              <a:picLocks noChangeAspect="1"/>
            </p:cNvPicPr>
            <p:nvPr/>
          </p:nvPicPr>
          <p:blipFill>
            <a:blip r:embed="rId3"/>
            <a:stretch>
              <a:fillRect/>
            </a:stretch>
          </p:blipFill>
          <p:spPr>
            <a:xfrm>
              <a:off x="2283041" y="13079362"/>
              <a:ext cx="1662276" cy="226571"/>
            </a:xfrm>
            <a:prstGeom prst="rect">
              <a:avLst/>
            </a:prstGeom>
            <a:ln w="12700" cap="flat">
              <a:noFill/>
              <a:miter lim="400000"/>
            </a:ln>
            <a:effectLst/>
          </p:spPr>
        </p:pic>
        <p:pic>
          <p:nvPicPr>
            <p:cNvPr id="9" name="Picture 8" descr="A black background with a black square&#10;&#10;Description automatically generated with medium confidence">
              <a:extLst>
                <a:ext uri="{FF2B5EF4-FFF2-40B4-BE49-F238E27FC236}">
                  <a16:creationId xmlns:a16="http://schemas.microsoft.com/office/drawing/2014/main" id="{1D5B96D9-3563-872A-007D-0B40282EB5E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64544" y="13060847"/>
              <a:ext cx="798406" cy="262701"/>
            </a:xfrm>
            <a:prstGeom prst="rect">
              <a:avLst/>
            </a:prstGeom>
          </p:spPr>
        </p:pic>
      </p:grpSp>
      <p:sp>
        <p:nvSpPr>
          <p:cNvPr id="11" name="Text">
            <a:extLst>
              <a:ext uri="{FF2B5EF4-FFF2-40B4-BE49-F238E27FC236}">
                <a16:creationId xmlns:a16="http://schemas.microsoft.com/office/drawing/2014/main" id="{20D8EB30-40DE-9C67-6E7D-C95AD00A79A9}"/>
              </a:ext>
            </a:extLst>
          </p:cNvPr>
          <p:cNvSpPr txBox="1"/>
          <p:nvPr userDrawn="1"/>
        </p:nvSpPr>
        <p:spPr>
          <a:xfrm>
            <a:off x="22732827" y="13063095"/>
            <a:ext cx="582458" cy="4227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lvl1pPr marR="38100" algn="r" defTabSz="863600">
              <a:defRPr sz="2000" b="1">
                <a:uFill>
                  <a:solidFill>
                    <a:srgbClr val="3A88FE"/>
                  </a:solidFill>
                </a:uFill>
              </a:defRPr>
            </a:lvl1pPr>
          </a:lstStyle>
          <a:p>
            <a:fld id="{86CB4B4D-7CA3-9044-876B-883B54F8677D}" type="slidenum">
              <a:rPr>
                <a:solidFill>
                  <a:schemeClr val="bg1"/>
                </a:solidFill>
              </a:rPr>
              <a:t>‹#›</a:t>
            </a:fld>
            <a:endParaRPr>
              <a:solidFill>
                <a:schemeClr val="bg1"/>
              </a:solidFill>
            </a:endParaRPr>
          </a:p>
        </p:txBody>
      </p:sp>
      <p:sp>
        <p:nvSpPr>
          <p:cNvPr id="16" name="Text Placeholder 5">
            <a:extLst>
              <a:ext uri="{FF2B5EF4-FFF2-40B4-BE49-F238E27FC236}">
                <a16:creationId xmlns:a16="http://schemas.microsoft.com/office/drawing/2014/main" id="{91C0FFB2-14CB-3398-4042-EE9641B42F7C}"/>
              </a:ext>
            </a:extLst>
          </p:cNvPr>
          <p:cNvSpPr>
            <a:spLocks noGrp="1"/>
          </p:cNvSpPr>
          <p:nvPr>
            <p:ph type="body" sz="quarter" idx="11" hasCustomPrompt="1"/>
          </p:nvPr>
        </p:nvSpPr>
        <p:spPr>
          <a:xfrm>
            <a:off x="1146368" y="3704781"/>
            <a:ext cx="10248463" cy="6597426"/>
          </a:xfrm>
        </p:spPr>
        <p:txBody>
          <a:bodyPr anchor="ctr">
            <a:normAutofit/>
          </a:bodyPr>
          <a:lstStyle>
            <a:lvl1pPr marL="0" indent="0" algn="l">
              <a:lnSpc>
                <a:spcPct val="100000"/>
              </a:lnSpc>
              <a:buNone/>
              <a:defRPr sz="4800" b="1" i="0">
                <a:solidFill>
                  <a:schemeClr val="tx1"/>
                </a:solidFill>
                <a:latin typeface="Lexend" pitchFamily="2" charset="77"/>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a:t>
            </a:r>
          </a:p>
        </p:txBody>
      </p:sp>
      <p:sp>
        <p:nvSpPr>
          <p:cNvPr id="3" name="Picture Placeholder 2">
            <a:extLst>
              <a:ext uri="{FF2B5EF4-FFF2-40B4-BE49-F238E27FC236}">
                <a16:creationId xmlns:a16="http://schemas.microsoft.com/office/drawing/2014/main" id="{B8B2B7CC-80CB-6AF9-A88C-DE0F53BBCE8B}"/>
              </a:ext>
            </a:extLst>
          </p:cNvPr>
          <p:cNvSpPr>
            <a:spLocks noGrp="1"/>
          </p:cNvSpPr>
          <p:nvPr>
            <p:ph type="pic" sz="quarter" idx="12"/>
          </p:nvPr>
        </p:nvSpPr>
        <p:spPr>
          <a:xfrm>
            <a:off x="12192001" y="0"/>
            <a:ext cx="12192000" cy="13716000"/>
          </a:xfrm>
        </p:spPr>
        <p:txBody>
          <a:bodyPr/>
          <a:lstStyle/>
          <a:p>
            <a:endParaRPr lang="en-US"/>
          </a:p>
        </p:txBody>
      </p:sp>
    </p:spTree>
    <p:extLst>
      <p:ext uri="{BB962C8B-B14F-4D97-AF65-F5344CB8AC3E}">
        <p14:creationId xmlns:p14="http://schemas.microsoft.com/office/powerpoint/2010/main" val="3152798812"/>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ore Layout Option">
    <p:bg>
      <p:bgPr>
        <a:solidFill>
          <a:schemeClr val="bg1"/>
        </a:solidFill>
        <a:effectLst/>
      </p:bgPr>
    </p:bg>
    <p:spTree>
      <p:nvGrpSpPr>
        <p:cNvPr id="1" name=""/>
        <p:cNvGrpSpPr/>
        <p:nvPr/>
      </p:nvGrpSpPr>
      <p:grpSpPr>
        <a:xfrm>
          <a:off x="0" y="0"/>
          <a:ext cx="0" cy="0"/>
          <a:chOff x="0" y="0"/>
          <a:chExt cx="0" cy="0"/>
        </a:xfrm>
      </p:grpSpPr>
      <p:sp>
        <p:nvSpPr>
          <p:cNvPr id="2" name="Text Placeholder 5">
            <a:extLst>
              <a:ext uri="{FF2B5EF4-FFF2-40B4-BE49-F238E27FC236}">
                <a16:creationId xmlns:a16="http://schemas.microsoft.com/office/drawing/2014/main" id="{79561EA9-D938-75EE-1A28-22BFE3DB8D07}"/>
              </a:ext>
            </a:extLst>
          </p:cNvPr>
          <p:cNvSpPr>
            <a:spLocks noGrp="1"/>
          </p:cNvSpPr>
          <p:nvPr>
            <p:ph type="body" sz="quarter" idx="11" hasCustomPrompt="1"/>
          </p:nvPr>
        </p:nvSpPr>
        <p:spPr>
          <a:xfrm>
            <a:off x="1146368" y="5664973"/>
            <a:ext cx="10248463" cy="3470934"/>
          </a:xfrm>
        </p:spPr>
        <p:txBody>
          <a:bodyPr anchor="t">
            <a:normAutofit/>
          </a:bodyPr>
          <a:lstStyle>
            <a:lvl1pPr marL="0" indent="0" algn="l">
              <a:lnSpc>
                <a:spcPct val="100000"/>
              </a:lnSpc>
              <a:buNone/>
              <a:defRPr sz="4800" b="1" i="0">
                <a:solidFill>
                  <a:schemeClr val="tx1"/>
                </a:solidFill>
                <a:latin typeface="Lexend" pitchFamily="2" charset="77"/>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a:t>
            </a:r>
          </a:p>
        </p:txBody>
      </p:sp>
      <p:sp>
        <p:nvSpPr>
          <p:cNvPr id="3" name="Text Placeholder 5">
            <a:extLst>
              <a:ext uri="{FF2B5EF4-FFF2-40B4-BE49-F238E27FC236}">
                <a16:creationId xmlns:a16="http://schemas.microsoft.com/office/drawing/2014/main" id="{A2DE53A2-BB90-9C34-C2E6-D6FE904FC228}"/>
              </a:ext>
            </a:extLst>
          </p:cNvPr>
          <p:cNvSpPr>
            <a:spLocks noGrp="1"/>
          </p:cNvSpPr>
          <p:nvPr>
            <p:ph type="body" sz="quarter" idx="12" hasCustomPrompt="1"/>
          </p:nvPr>
        </p:nvSpPr>
        <p:spPr>
          <a:xfrm>
            <a:off x="12192000" y="5664973"/>
            <a:ext cx="10248463" cy="510758"/>
          </a:xfrm>
        </p:spPr>
        <p:txBody>
          <a:bodyPr anchor="t">
            <a:normAutofit/>
          </a:bodyPr>
          <a:lstStyle>
            <a:lvl1pPr marL="0" indent="0" algn="l">
              <a:lnSpc>
                <a:spcPct val="100000"/>
              </a:lnSpc>
              <a:buNone/>
              <a:defRPr sz="3000" b="1"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Lorem ipsum</a:t>
            </a:r>
          </a:p>
        </p:txBody>
      </p:sp>
      <p:sp>
        <p:nvSpPr>
          <p:cNvPr id="6" name="Text Placeholder 5">
            <a:extLst>
              <a:ext uri="{FF2B5EF4-FFF2-40B4-BE49-F238E27FC236}">
                <a16:creationId xmlns:a16="http://schemas.microsoft.com/office/drawing/2014/main" id="{DD8B038D-8E24-F442-EE54-E7E4E2346201}"/>
              </a:ext>
            </a:extLst>
          </p:cNvPr>
          <p:cNvSpPr>
            <a:spLocks noGrp="1"/>
          </p:cNvSpPr>
          <p:nvPr>
            <p:ph type="body" sz="quarter" idx="13" hasCustomPrompt="1"/>
          </p:nvPr>
        </p:nvSpPr>
        <p:spPr>
          <a:xfrm>
            <a:off x="12192000" y="6439888"/>
            <a:ext cx="10248463" cy="2696019"/>
          </a:xfrm>
        </p:spPr>
        <p:txBody>
          <a:bodyPr anchor="t">
            <a:normAutofit/>
          </a:bodyPr>
          <a:lstStyle>
            <a:lvl1pPr marL="0" indent="0" algn="l">
              <a:lnSpc>
                <a:spcPct val="120000"/>
              </a:lnSpc>
              <a:buNone/>
              <a:defRPr sz="2400" b="0"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Integer </a:t>
            </a:r>
            <a:r>
              <a:rPr lang="en-US" err="1"/>
              <a:t>nec</a:t>
            </a:r>
            <a:r>
              <a:rPr lang="en-US"/>
              <a:t> </a:t>
            </a:r>
            <a:r>
              <a:rPr lang="en-US" err="1"/>
              <a:t>odio</a:t>
            </a:r>
            <a:r>
              <a:rPr lang="en-US"/>
              <a:t>. </a:t>
            </a:r>
            <a:r>
              <a:rPr lang="en-US" err="1"/>
              <a:t>Praesent</a:t>
            </a:r>
            <a:r>
              <a:rPr lang="en-US"/>
              <a:t> libero. Sed cursus ante </a:t>
            </a:r>
            <a:r>
              <a:rPr lang="en-US" err="1"/>
              <a:t>dapibus</a:t>
            </a:r>
            <a:r>
              <a:rPr lang="en-US"/>
              <a:t> diam. Sed nisi. </a:t>
            </a:r>
            <a:r>
              <a:rPr lang="en-US" err="1"/>
              <a:t>Nulla</a:t>
            </a:r>
            <a:r>
              <a:rPr lang="en-US"/>
              <a:t> </a:t>
            </a:r>
            <a:r>
              <a:rPr lang="en-US" err="1"/>
              <a:t>quis</a:t>
            </a:r>
            <a:r>
              <a:rPr lang="en-US"/>
              <a:t> </a:t>
            </a:r>
            <a:r>
              <a:rPr lang="en-US" err="1"/>
              <a:t>sem</a:t>
            </a:r>
            <a:r>
              <a:rPr lang="en-US"/>
              <a:t> at </a:t>
            </a:r>
            <a:r>
              <a:rPr lang="en-US" err="1"/>
              <a:t>nibh</a:t>
            </a:r>
            <a:r>
              <a:rPr lang="en-US"/>
              <a:t> </a:t>
            </a:r>
            <a:r>
              <a:rPr lang="en-US" err="1"/>
              <a:t>elementum</a:t>
            </a:r>
            <a:r>
              <a:rPr lang="en-US"/>
              <a:t> </a:t>
            </a:r>
            <a:r>
              <a:rPr lang="en-US" err="1"/>
              <a:t>imperdiet</a:t>
            </a:r>
            <a:r>
              <a:rPr lang="en-US"/>
              <a:t>. Duis </a:t>
            </a:r>
            <a:r>
              <a:rPr lang="en-US" err="1"/>
              <a:t>sagittis</a:t>
            </a:r>
            <a:r>
              <a:rPr lang="en-US"/>
              <a:t> ipsum. </a:t>
            </a:r>
            <a:r>
              <a:rPr lang="en-US" err="1"/>
              <a:t>Praesent</a:t>
            </a:r>
            <a:r>
              <a:rPr lang="en-US"/>
              <a:t> </a:t>
            </a:r>
            <a:r>
              <a:rPr lang="en-US" err="1"/>
              <a:t>mauris</a:t>
            </a:r>
            <a:r>
              <a:rPr lang="en-US"/>
              <a:t>. </a:t>
            </a:r>
            <a:r>
              <a:rPr lang="en-US" err="1"/>
              <a:t>Fusce</a:t>
            </a:r>
            <a:r>
              <a:rPr lang="en-US"/>
              <a:t> </a:t>
            </a:r>
            <a:r>
              <a:rPr lang="en-US" err="1"/>
              <a:t>nec</a:t>
            </a:r>
            <a:r>
              <a:rPr lang="en-US"/>
              <a:t> </a:t>
            </a:r>
            <a:r>
              <a:rPr lang="en-US" err="1"/>
              <a:t>tellus</a:t>
            </a:r>
            <a:r>
              <a:rPr lang="en-US"/>
              <a:t> sed </a:t>
            </a:r>
            <a:r>
              <a:rPr lang="en-US" err="1"/>
              <a:t>augue</a:t>
            </a:r>
            <a:r>
              <a:rPr lang="en-US"/>
              <a:t> semper porta. </a:t>
            </a:r>
            <a:r>
              <a:rPr lang="en-US" err="1"/>
              <a:t>Mauris</a:t>
            </a:r>
            <a:r>
              <a:rPr lang="en-US"/>
              <a:t> </a:t>
            </a:r>
            <a:r>
              <a:rPr lang="en-US" err="1"/>
              <a:t>massa</a:t>
            </a:r>
            <a:r>
              <a:rPr lang="en-US"/>
              <a:t>.</a:t>
            </a:r>
          </a:p>
        </p:txBody>
      </p:sp>
    </p:spTree>
    <p:extLst>
      <p:ext uri="{BB962C8B-B14F-4D97-AF65-F5344CB8AC3E}">
        <p14:creationId xmlns:p14="http://schemas.microsoft.com/office/powerpoint/2010/main" val="3671841567"/>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Quote - Dark Gray">
    <p:bg>
      <p:bgPr>
        <a:solidFill>
          <a:srgbClr val="333333"/>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8CB11F9-FEA9-961D-EA49-2510FFA90B75}"/>
              </a:ext>
            </a:extLst>
          </p:cNvPr>
          <p:cNvGrpSpPr/>
          <p:nvPr userDrawn="1"/>
        </p:nvGrpSpPr>
        <p:grpSpPr>
          <a:xfrm>
            <a:off x="1146369" y="13073547"/>
            <a:ext cx="4045180" cy="262701"/>
            <a:chOff x="917769" y="11646129"/>
            <a:chExt cx="4045180" cy="262701"/>
          </a:xfrm>
        </p:grpSpPr>
        <p:pic>
          <p:nvPicPr>
            <p:cNvPr id="3" name="Picture 2" descr="A white letter on a black background&#10;&#10;Description automatically generated">
              <a:extLst>
                <a:ext uri="{FF2B5EF4-FFF2-40B4-BE49-F238E27FC236}">
                  <a16:creationId xmlns:a16="http://schemas.microsoft.com/office/drawing/2014/main" id="{9D297D34-301F-7B86-B2F3-22A30F53B2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544" y="11646129"/>
              <a:ext cx="798405" cy="262701"/>
            </a:xfrm>
            <a:prstGeom prst="rect">
              <a:avLst/>
            </a:prstGeom>
          </p:spPr>
        </p:pic>
        <p:pic>
          <p:nvPicPr>
            <p:cNvPr id="4" name="Group" descr="Group">
              <a:extLst>
                <a:ext uri="{FF2B5EF4-FFF2-40B4-BE49-F238E27FC236}">
                  <a16:creationId xmlns:a16="http://schemas.microsoft.com/office/drawing/2014/main" id="{8121AE96-6054-6540-06AD-729346E3B420}"/>
                </a:ext>
              </a:extLst>
            </p:cNvPr>
            <p:cNvPicPr>
              <a:picLocks noChangeAspect="1"/>
            </p:cNvPicPr>
            <p:nvPr userDrawn="1"/>
          </p:nvPicPr>
          <p:blipFill>
            <a:blip r:embed="rId3"/>
            <a:srcRect/>
            <a:stretch>
              <a:fillRect/>
            </a:stretch>
          </p:blipFill>
          <p:spPr>
            <a:xfrm>
              <a:off x="917769" y="11656859"/>
              <a:ext cx="1133346" cy="220989"/>
            </a:xfrm>
            <a:prstGeom prst="rect">
              <a:avLst/>
            </a:prstGeom>
            <a:ln w="12700" cap="flat">
              <a:noFill/>
              <a:miter lim="400000"/>
            </a:ln>
            <a:effectLst/>
          </p:spPr>
        </p:pic>
        <p:pic>
          <p:nvPicPr>
            <p:cNvPr id="5" name="Image" descr="Image">
              <a:extLst>
                <a:ext uri="{FF2B5EF4-FFF2-40B4-BE49-F238E27FC236}">
                  <a16:creationId xmlns:a16="http://schemas.microsoft.com/office/drawing/2014/main" id="{1498CC74-771D-8F29-8070-F26419ED9CB4}"/>
                </a:ext>
              </a:extLst>
            </p:cNvPr>
            <p:cNvPicPr>
              <a:picLocks noChangeAspect="1"/>
            </p:cNvPicPr>
            <p:nvPr userDrawn="1"/>
          </p:nvPicPr>
          <p:blipFill>
            <a:blip r:embed="rId4"/>
            <a:srcRect/>
            <a:stretch>
              <a:fillRect/>
            </a:stretch>
          </p:blipFill>
          <p:spPr>
            <a:xfrm>
              <a:off x="2283042" y="11656859"/>
              <a:ext cx="1662276" cy="226572"/>
            </a:xfrm>
            <a:prstGeom prst="rect">
              <a:avLst/>
            </a:prstGeom>
            <a:ln w="12700" cap="flat">
              <a:noFill/>
              <a:miter lim="400000"/>
            </a:ln>
            <a:effectLst/>
          </p:spPr>
        </p:pic>
      </p:grpSp>
      <p:sp>
        <p:nvSpPr>
          <p:cNvPr id="10" name="Text">
            <a:extLst>
              <a:ext uri="{FF2B5EF4-FFF2-40B4-BE49-F238E27FC236}">
                <a16:creationId xmlns:a16="http://schemas.microsoft.com/office/drawing/2014/main" id="{56C97E6A-86DA-E78A-EA26-A70302A6986B}"/>
              </a:ext>
            </a:extLst>
          </p:cNvPr>
          <p:cNvSpPr txBox="1"/>
          <p:nvPr userDrawn="1"/>
        </p:nvSpPr>
        <p:spPr>
          <a:xfrm>
            <a:off x="22732827" y="13063095"/>
            <a:ext cx="582458" cy="4227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lvl1pPr marR="38100" algn="r" defTabSz="863600">
              <a:defRPr sz="2000" b="1">
                <a:uFill>
                  <a:solidFill>
                    <a:srgbClr val="3A88FE"/>
                  </a:solidFill>
                </a:uFill>
              </a:defRPr>
            </a:lvl1pPr>
          </a:lstStyle>
          <a:p>
            <a:fld id="{86CB4B4D-7CA3-9044-876B-883B54F8677D}" type="slidenum">
              <a:rPr>
                <a:solidFill>
                  <a:schemeClr val="bg1"/>
                </a:solidFill>
              </a:rPr>
              <a:t>‹#›</a:t>
            </a:fld>
            <a:endParaRPr>
              <a:solidFill>
                <a:schemeClr val="bg1"/>
              </a:solidFill>
            </a:endParaRPr>
          </a:p>
        </p:txBody>
      </p:sp>
      <p:sp>
        <p:nvSpPr>
          <p:cNvPr id="11" name="Text Placeholder 5">
            <a:extLst>
              <a:ext uri="{FF2B5EF4-FFF2-40B4-BE49-F238E27FC236}">
                <a16:creationId xmlns:a16="http://schemas.microsoft.com/office/drawing/2014/main" id="{71750393-FC96-71B7-BD51-54654FC17028}"/>
              </a:ext>
            </a:extLst>
          </p:cNvPr>
          <p:cNvSpPr>
            <a:spLocks noGrp="1"/>
          </p:cNvSpPr>
          <p:nvPr>
            <p:ph type="body" sz="quarter" idx="10" hasCustomPrompt="1"/>
          </p:nvPr>
        </p:nvSpPr>
        <p:spPr>
          <a:xfrm>
            <a:off x="1140034" y="5328315"/>
            <a:ext cx="18273381" cy="2721745"/>
          </a:xfrm>
        </p:spPr>
        <p:txBody>
          <a:bodyPr anchor="t">
            <a:noAutofit/>
          </a:bodyPr>
          <a:lstStyle>
            <a:lvl1pPr marL="0" indent="0">
              <a:lnSpc>
                <a:spcPct val="100000"/>
              </a:lnSpc>
              <a:buNone/>
              <a:defRPr sz="6000" b="1" i="0">
                <a:solidFill>
                  <a:schemeClr val="bg1"/>
                </a:solidFill>
                <a:latin typeface="Lexend" pitchFamily="2" charset="77"/>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a:t>
            </a:r>
          </a:p>
        </p:txBody>
      </p:sp>
    </p:spTree>
    <p:extLst>
      <p:ext uri="{BB962C8B-B14F-4D97-AF65-F5344CB8AC3E}">
        <p14:creationId xmlns:p14="http://schemas.microsoft.com/office/powerpoint/2010/main" val="3388396056"/>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Quote - Medium Gray">
    <p:bg>
      <p:bgPr>
        <a:solidFill>
          <a:srgbClr val="636363"/>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8CB11F9-FEA9-961D-EA49-2510FFA90B75}"/>
              </a:ext>
            </a:extLst>
          </p:cNvPr>
          <p:cNvGrpSpPr/>
          <p:nvPr userDrawn="1"/>
        </p:nvGrpSpPr>
        <p:grpSpPr>
          <a:xfrm>
            <a:off x="1146369" y="13073547"/>
            <a:ext cx="4045180" cy="262701"/>
            <a:chOff x="917769" y="11646129"/>
            <a:chExt cx="4045180" cy="262701"/>
          </a:xfrm>
        </p:grpSpPr>
        <p:pic>
          <p:nvPicPr>
            <p:cNvPr id="3" name="Picture 2" descr="A white letter on a black background&#10;&#10;Description automatically generated">
              <a:extLst>
                <a:ext uri="{FF2B5EF4-FFF2-40B4-BE49-F238E27FC236}">
                  <a16:creationId xmlns:a16="http://schemas.microsoft.com/office/drawing/2014/main" id="{9D297D34-301F-7B86-B2F3-22A30F53B2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544" y="11646129"/>
              <a:ext cx="798405" cy="262701"/>
            </a:xfrm>
            <a:prstGeom prst="rect">
              <a:avLst/>
            </a:prstGeom>
          </p:spPr>
        </p:pic>
        <p:pic>
          <p:nvPicPr>
            <p:cNvPr id="4" name="Group" descr="Group">
              <a:extLst>
                <a:ext uri="{FF2B5EF4-FFF2-40B4-BE49-F238E27FC236}">
                  <a16:creationId xmlns:a16="http://schemas.microsoft.com/office/drawing/2014/main" id="{8121AE96-6054-6540-06AD-729346E3B420}"/>
                </a:ext>
              </a:extLst>
            </p:cNvPr>
            <p:cNvPicPr>
              <a:picLocks noChangeAspect="1"/>
            </p:cNvPicPr>
            <p:nvPr userDrawn="1"/>
          </p:nvPicPr>
          <p:blipFill>
            <a:blip r:embed="rId3"/>
            <a:srcRect/>
            <a:stretch>
              <a:fillRect/>
            </a:stretch>
          </p:blipFill>
          <p:spPr>
            <a:xfrm>
              <a:off x="917769" y="11656859"/>
              <a:ext cx="1133346" cy="220989"/>
            </a:xfrm>
            <a:prstGeom prst="rect">
              <a:avLst/>
            </a:prstGeom>
            <a:ln w="12700" cap="flat">
              <a:noFill/>
              <a:miter lim="400000"/>
            </a:ln>
            <a:effectLst/>
          </p:spPr>
        </p:pic>
        <p:pic>
          <p:nvPicPr>
            <p:cNvPr id="5" name="Image" descr="Image">
              <a:extLst>
                <a:ext uri="{FF2B5EF4-FFF2-40B4-BE49-F238E27FC236}">
                  <a16:creationId xmlns:a16="http://schemas.microsoft.com/office/drawing/2014/main" id="{1498CC74-771D-8F29-8070-F26419ED9CB4}"/>
                </a:ext>
              </a:extLst>
            </p:cNvPr>
            <p:cNvPicPr>
              <a:picLocks noChangeAspect="1"/>
            </p:cNvPicPr>
            <p:nvPr userDrawn="1"/>
          </p:nvPicPr>
          <p:blipFill>
            <a:blip r:embed="rId4"/>
            <a:srcRect/>
            <a:stretch>
              <a:fillRect/>
            </a:stretch>
          </p:blipFill>
          <p:spPr>
            <a:xfrm>
              <a:off x="2283042" y="11656859"/>
              <a:ext cx="1662276" cy="226572"/>
            </a:xfrm>
            <a:prstGeom prst="rect">
              <a:avLst/>
            </a:prstGeom>
            <a:ln w="12700" cap="flat">
              <a:noFill/>
              <a:miter lim="400000"/>
            </a:ln>
            <a:effectLst/>
          </p:spPr>
        </p:pic>
      </p:grpSp>
      <p:sp>
        <p:nvSpPr>
          <p:cNvPr id="10" name="Text">
            <a:extLst>
              <a:ext uri="{FF2B5EF4-FFF2-40B4-BE49-F238E27FC236}">
                <a16:creationId xmlns:a16="http://schemas.microsoft.com/office/drawing/2014/main" id="{56C97E6A-86DA-E78A-EA26-A70302A6986B}"/>
              </a:ext>
            </a:extLst>
          </p:cNvPr>
          <p:cNvSpPr txBox="1"/>
          <p:nvPr userDrawn="1"/>
        </p:nvSpPr>
        <p:spPr>
          <a:xfrm>
            <a:off x="22732827" y="13063095"/>
            <a:ext cx="582458" cy="4227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a:spAutoFit/>
          </a:bodyPr>
          <a:lstStyle>
            <a:lvl1pPr marR="38100" algn="r" defTabSz="863600">
              <a:defRPr sz="2000" b="1">
                <a:uFill>
                  <a:solidFill>
                    <a:srgbClr val="3A88FE"/>
                  </a:solidFill>
                </a:uFill>
              </a:defRPr>
            </a:lvl1pPr>
          </a:lstStyle>
          <a:p>
            <a:fld id="{86CB4B4D-7CA3-9044-876B-883B54F8677D}" type="slidenum">
              <a:rPr>
                <a:solidFill>
                  <a:schemeClr val="bg1"/>
                </a:solidFill>
              </a:rPr>
              <a:t>‹#›</a:t>
            </a:fld>
            <a:endParaRPr>
              <a:solidFill>
                <a:schemeClr val="bg1"/>
              </a:solidFill>
            </a:endParaRPr>
          </a:p>
        </p:txBody>
      </p:sp>
      <p:sp>
        <p:nvSpPr>
          <p:cNvPr id="11" name="Text Placeholder 5">
            <a:extLst>
              <a:ext uri="{FF2B5EF4-FFF2-40B4-BE49-F238E27FC236}">
                <a16:creationId xmlns:a16="http://schemas.microsoft.com/office/drawing/2014/main" id="{71750393-FC96-71B7-BD51-54654FC17028}"/>
              </a:ext>
            </a:extLst>
          </p:cNvPr>
          <p:cNvSpPr>
            <a:spLocks noGrp="1"/>
          </p:cNvSpPr>
          <p:nvPr>
            <p:ph type="body" sz="quarter" idx="10" hasCustomPrompt="1"/>
          </p:nvPr>
        </p:nvSpPr>
        <p:spPr>
          <a:xfrm>
            <a:off x="1140034" y="5328315"/>
            <a:ext cx="18273381" cy="2721745"/>
          </a:xfrm>
        </p:spPr>
        <p:txBody>
          <a:bodyPr anchor="t">
            <a:noAutofit/>
          </a:bodyPr>
          <a:lstStyle>
            <a:lvl1pPr marL="0" indent="0">
              <a:lnSpc>
                <a:spcPct val="100000"/>
              </a:lnSpc>
              <a:buNone/>
              <a:defRPr sz="6000" b="1" i="0">
                <a:solidFill>
                  <a:schemeClr val="bg1"/>
                </a:solidFill>
                <a:latin typeface="Lexend" pitchFamily="2" charset="77"/>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a:t>
            </a:r>
          </a:p>
        </p:txBody>
      </p:sp>
    </p:spTree>
    <p:extLst>
      <p:ext uri="{BB962C8B-B14F-4D97-AF65-F5344CB8AC3E}">
        <p14:creationId xmlns:p14="http://schemas.microsoft.com/office/powerpoint/2010/main" val="3913269010"/>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Custom Layout">
    <p:bg>
      <p:bgPr>
        <a:solidFill>
          <a:srgbClr val="E6E6E6"/>
        </a:solidFill>
        <a:effectLst/>
      </p:bgPr>
    </p:bg>
    <p:spTree>
      <p:nvGrpSpPr>
        <p:cNvPr id="1" name=""/>
        <p:cNvGrpSpPr/>
        <p:nvPr/>
      </p:nvGrpSpPr>
      <p:grpSpPr>
        <a:xfrm>
          <a:off x="0" y="0"/>
          <a:ext cx="0" cy="0"/>
          <a:chOff x="0" y="0"/>
          <a:chExt cx="0" cy="0"/>
        </a:xfrm>
      </p:grpSpPr>
      <p:sp>
        <p:nvSpPr>
          <p:cNvPr id="2" name="Text Placeholder 5">
            <a:extLst>
              <a:ext uri="{FF2B5EF4-FFF2-40B4-BE49-F238E27FC236}">
                <a16:creationId xmlns:a16="http://schemas.microsoft.com/office/drawing/2014/main" id="{6E14FB73-F26F-CDEB-C9AA-8751485CEF0D}"/>
              </a:ext>
            </a:extLst>
          </p:cNvPr>
          <p:cNvSpPr>
            <a:spLocks noGrp="1"/>
          </p:cNvSpPr>
          <p:nvPr>
            <p:ph type="body" sz="quarter" idx="12" hasCustomPrompt="1"/>
          </p:nvPr>
        </p:nvSpPr>
        <p:spPr>
          <a:xfrm>
            <a:off x="1140034" y="1104667"/>
            <a:ext cx="14123411" cy="991419"/>
          </a:xfrm>
        </p:spPr>
        <p:txBody>
          <a:bodyPr anchor="t">
            <a:normAutofit/>
          </a:bodyPr>
          <a:lstStyle>
            <a:lvl1pPr marL="0" indent="0">
              <a:buNone/>
              <a:defRPr sz="4800" b="1" i="0">
                <a:latin typeface="Lexend" pitchFamily="2" charset="77"/>
              </a:defRPr>
            </a:lvl1pPr>
          </a:lstStyle>
          <a:p>
            <a:pPr lvl="0"/>
            <a:r>
              <a:rPr lang="en-US"/>
              <a:t>Next Step</a:t>
            </a:r>
          </a:p>
        </p:txBody>
      </p:sp>
      <p:sp>
        <p:nvSpPr>
          <p:cNvPr id="14" name="Text Placeholder 13">
            <a:extLst>
              <a:ext uri="{FF2B5EF4-FFF2-40B4-BE49-F238E27FC236}">
                <a16:creationId xmlns:a16="http://schemas.microsoft.com/office/drawing/2014/main" id="{275912F1-8B74-6183-5F80-ACA4F2C8E823}"/>
              </a:ext>
            </a:extLst>
          </p:cNvPr>
          <p:cNvSpPr>
            <a:spLocks noGrp="1"/>
          </p:cNvSpPr>
          <p:nvPr>
            <p:ph type="body" sz="quarter" idx="19" hasCustomPrompt="1"/>
          </p:nvPr>
        </p:nvSpPr>
        <p:spPr>
          <a:xfrm>
            <a:off x="1140034" y="2905124"/>
            <a:ext cx="1462489" cy="9235294"/>
          </a:xfrm>
        </p:spPr>
        <p:txBody>
          <a:bodyPr lIns="0" tIns="0" rIns="0" bIns="0" anchor="t"/>
          <a:lstStyle>
            <a:lvl1pPr marL="0" indent="0" algn="r">
              <a:lnSpc>
                <a:spcPct val="120000"/>
              </a:lnSpc>
              <a:spcBef>
                <a:spcPts val="1600"/>
              </a:spcBef>
              <a:buNone/>
              <a:defRPr sz="3600" b="1" i="0">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pPr lvl="0"/>
            <a:r>
              <a:rPr lang="en-US"/>
              <a:t>01/15</a:t>
            </a:r>
          </a:p>
          <a:p>
            <a:pPr lvl="0"/>
            <a:r>
              <a:rPr lang="en-US"/>
              <a:t>02/15</a:t>
            </a:r>
          </a:p>
          <a:p>
            <a:pPr lvl="0"/>
            <a:r>
              <a:rPr lang="en-US"/>
              <a:t>03/15</a:t>
            </a:r>
          </a:p>
          <a:p>
            <a:pPr lvl="0"/>
            <a:r>
              <a:rPr lang="en-US"/>
              <a:t>04/15</a:t>
            </a:r>
          </a:p>
          <a:p>
            <a:pPr lvl="0"/>
            <a:r>
              <a:rPr lang="en-US"/>
              <a:t>05/15</a:t>
            </a:r>
          </a:p>
        </p:txBody>
      </p:sp>
      <p:sp>
        <p:nvSpPr>
          <p:cNvPr id="15" name="Text Placeholder 13">
            <a:extLst>
              <a:ext uri="{FF2B5EF4-FFF2-40B4-BE49-F238E27FC236}">
                <a16:creationId xmlns:a16="http://schemas.microsoft.com/office/drawing/2014/main" id="{4B00B652-EEE7-09CA-7474-C52C23A56E94}"/>
              </a:ext>
            </a:extLst>
          </p:cNvPr>
          <p:cNvSpPr>
            <a:spLocks noGrp="1"/>
          </p:cNvSpPr>
          <p:nvPr>
            <p:ph type="body" sz="quarter" idx="20" hasCustomPrompt="1"/>
          </p:nvPr>
        </p:nvSpPr>
        <p:spPr>
          <a:xfrm>
            <a:off x="2935734" y="2905124"/>
            <a:ext cx="16374242" cy="9235293"/>
          </a:xfrm>
        </p:spPr>
        <p:txBody>
          <a:bodyPr lIns="0" tIns="0" rIns="0" bIns="0" anchor="t">
            <a:noAutofit/>
          </a:bodyPr>
          <a:lstStyle>
            <a:lvl1pPr marL="0" indent="0" algn="l">
              <a:lnSpc>
                <a:spcPct val="120000"/>
              </a:lnSpc>
              <a:spcBef>
                <a:spcPts val="1600"/>
              </a:spcBef>
              <a:buNone/>
              <a:defRPr sz="3600" b="0" i="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Settle In​</a:t>
            </a:r>
          </a:p>
          <a:p>
            <a:pPr lvl="0"/>
            <a:r>
              <a:rPr lang="en-US"/>
              <a:t>DCX Business Context​</a:t>
            </a:r>
          </a:p>
          <a:p>
            <a:pPr lvl="0"/>
            <a:r>
              <a:rPr lang="en-US"/>
              <a:t>Product Solution &amp; Vision​</a:t>
            </a:r>
          </a:p>
          <a:p>
            <a:pPr lvl="0"/>
            <a:r>
              <a:rPr lang="en-US"/>
              <a:t>Architecture Vision​</a:t>
            </a:r>
          </a:p>
          <a:p>
            <a:pPr lvl="0"/>
            <a:r>
              <a:rPr lang="en-US"/>
              <a:t>Ancillary Projects​</a:t>
            </a:r>
          </a:p>
        </p:txBody>
      </p:sp>
    </p:spTree>
    <p:extLst>
      <p:ext uri="{BB962C8B-B14F-4D97-AF65-F5344CB8AC3E}">
        <p14:creationId xmlns:p14="http://schemas.microsoft.com/office/powerpoint/2010/main" val="784576181"/>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rgbClr val="0078CF"/>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74ADEEDB-5206-09D0-D4CF-977A223032C1}"/>
              </a:ext>
            </a:extLst>
          </p:cNvPr>
          <p:cNvSpPr>
            <a:spLocks noGrp="1"/>
          </p:cNvSpPr>
          <p:nvPr>
            <p:ph type="pic" sz="quarter" idx="12"/>
          </p:nvPr>
        </p:nvSpPr>
        <p:spPr>
          <a:xfrm>
            <a:off x="0" y="0"/>
            <a:ext cx="24384000" cy="13716000"/>
          </a:xfrm>
        </p:spPr>
        <p:txBody>
          <a:bodyPr/>
          <a:lstStyle/>
          <a:p>
            <a:endParaRPr lang="en-US"/>
          </a:p>
        </p:txBody>
      </p:sp>
      <p:grpSp>
        <p:nvGrpSpPr>
          <p:cNvPr id="2" name="Group 1">
            <a:extLst>
              <a:ext uri="{FF2B5EF4-FFF2-40B4-BE49-F238E27FC236}">
                <a16:creationId xmlns:a16="http://schemas.microsoft.com/office/drawing/2014/main" id="{98CB11F9-FEA9-961D-EA49-2510FFA90B75}"/>
              </a:ext>
            </a:extLst>
          </p:cNvPr>
          <p:cNvGrpSpPr/>
          <p:nvPr userDrawn="1"/>
        </p:nvGrpSpPr>
        <p:grpSpPr>
          <a:xfrm>
            <a:off x="1146369" y="13073547"/>
            <a:ext cx="4045180" cy="262701"/>
            <a:chOff x="917769" y="11646129"/>
            <a:chExt cx="4045180" cy="262701"/>
          </a:xfrm>
        </p:grpSpPr>
        <p:pic>
          <p:nvPicPr>
            <p:cNvPr id="3" name="Picture 2" descr="A white letter on a black background&#10;&#10;Description automatically generated">
              <a:extLst>
                <a:ext uri="{FF2B5EF4-FFF2-40B4-BE49-F238E27FC236}">
                  <a16:creationId xmlns:a16="http://schemas.microsoft.com/office/drawing/2014/main" id="{9D297D34-301F-7B86-B2F3-22A30F53B2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544" y="11646129"/>
              <a:ext cx="798405" cy="262701"/>
            </a:xfrm>
            <a:prstGeom prst="rect">
              <a:avLst/>
            </a:prstGeom>
          </p:spPr>
        </p:pic>
        <p:pic>
          <p:nvPicPr>
            <p:cNvPr id="4" name="Group" descr="Group">
              <a:extLst>
                <a:ext uri="{FF2B5EF4-FFF2-40B4-BE49-F238E27FC236}">
                  <a16:creationId xmlns:a16="http://schemas.microsoft.com/office/drawing/2014/main" id="{8121AE96-6054-6540-06AD-729346E3B420}"/>
                </a:ext>
              </a:extLst>
            </p:cNvPr>
            <p:cNvPicPr>
              <a:picLocks noChangeAspect="1"/>
            </p:cNvPicPr>
            <p:nvPr userDrawn="1"/>
          </p:nvPicPr>
          <p:blipFill>
            <a:blip r:embed="rId3"/>
            <a:srcRect/>
            <a:stretch>
              <a:fillRect/>
            </a:stretch>
          </p:blipFill>
          <p:spPr>
            <a:xfrm>
              <a:off x="917769" y="11656859"/>
              <a:ext cx="1133346" cy="220989"/>
            </a:xfrm>
            <a:prstGeom prst="rect">
              <a:avLst/>
            </a:prstGeom>
            <a:ln w="12700" cap="flat">
              <a:noFill/>
              <a:miter lim="400000"/>
            </a:ln>
            <a:effectLst/>
          </p:spPr>
        </p:pic>
        <p:pic>
          <p:nvPicPr>
            <p:cNvPr id="5" name="Image" descr="Image">
              <a:extLst>
                <a:ext uri="{FF2B5EF4-FFF2-40B4-BE49-F238E27FC236}">
                  <a16:creationId xmlns:a16="http://schemas.microsoft.com/office/drawing/2014/main" id="{1498CC74-771D-8F29-8070-F26419ED9CB4}"/>
                </a:ext>
              </a:extLst>
            </p:cNvPr>
            <p:cNvPicPr>
              <a:picLocks noChangeAspect="1"/>
            </p:cNvPicPr>
            <p:nvPr userDrawn="1"/>
          </p:nvPicPr>
          <p:blipFill>
            <a:blip r:embed="rId4"/>
            <a:srcRect/>
            <a:stretch>
              <a:fillRect/>
            </a:stretch>
          </p:blipFill>
          <p:spPr>
            <a:xfrm>
              <a:off x="2283042" y="11656859"/>
              <a:ext cx="1662276" cy="226572"/>
            </a:xfrm>
            <a:prstGeom prst="rect">
              <a:avLst/>
            </a:prstGeom>
            <a:ln w="12700" cap="flat">
              <a:noFill/>
              <a:miter lim="400000"/>
            </a:ln>
            <a:effectLst/>
          </p:spPr>
        </p:pic>
      </p:grpSp>
      <p:sp>
        <p:nvSpPr>
          <p:cNvPr id="10" name="Text">
            <a:extLst>
              <a:ext uri="{FF2B5EF4-FFF2-40B4-BE49-F238E27FC236}">
                <a16:creationId xmlns:a16="http://schemas.microsoft.com/office/drawing/2014/main" id="{56C97E6A-86DA-E78A-EA26-A70302A6986B}"/>
              </a:ext>
            </a:extLst>
          </p:cNvPr>
          <p:cNvSpPr txBox="1"/>
          <p:nvPr userDrawn="1"/>
        </p:nvSpPr>
        <p:spPr>
          <a:xfrm>
            <a:off x="22732827" y="13063095"/>
            <a:ext cx="582458" cy="4227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lvl1pPr marR="38100" algn="r" defTabSz="863600">
              <a:defRPr sz="2000" b="1">
                <a:uFill>
                  <a:solidFill>
                    <a:srgbClr val="3A88FE"/>
                  </a:solidFill>
                </a:uFill>
              </a:defRPr>
            </a:lvl1pPr>
          </a:lstStyle>
          <a:p>
            <a:fld id="{86CB4B4D-7CA3-9044-876B-883B54F8677D}" type="slidenum">
              <a:rPr>
                <a:solidFill>
                  <a:schemeClr val="bg1"/>
                </a:solidFill>
              </a:rPr>
              <a:t>‹#›</a:t>
            </a:fld>
            <a:endParaRPr>
              <a:solidFill>
                <a:schemeClr val="bg1"/>
              </a:solidFill>
            </a:endParaRPr>
          </a:p>
        </p:txBody>
      </p:sp>
      <p:sp>
        <p:nvSpPr>
          <p:cNvPr id="12" name="Text Placeholder 5">
            <a:extLst>
              <a:ext uri="{FF2B5EF4-FFF2-40B4-BE49-F238E27FC236}">
                <a16:creationId xmlns:a16="http://schemas.microsoft.com/office/drawing/2014/main" id="{4ECE8757-E45B-694B-B8E9-57E354A66FE2}"/>
              </a:ext>
            </a:extLst>
          </p:cNvPr>
          <p:cNvSpPr>
            <a:spLocks noGrp="1"/>
          </p:cNvSpPr>
          <p:nvPr>
            <p:ph type="body" sz="quarter" idx="11" hasCustomPrompt="1"/>
          </p:nvPr>
        </p:nvSpPr>
        <p:spPr>
          <a:xfrm>
            <a:off x="1140035" y="5915818"/>
            <a:ext cx="17049750" cy="1884363"/>
          </a:xfrm>
        </p:spPr>
        <p:txBody>
          <a:bodyPr anchor="t">
            <a:normAutofit/>
          </a:bodyPr>
          <a:lstStyle>
            <a:lvl1pPr marL="0" indent="0">
              <a:buNone/>
              <a:defRPr sz="6400" b="1" i="0">
                <a:solidFill>
                  <a:schemeClr val="bg1"/>
                </a:solidFill>
                <a:latin typeface="Lexend" pitchFamily="2" charset="77"/>
              </a:defRPr>
            </a:lvl1pPr>
          </a:lstStyle>
          <a:p>
            <a:pPr lvl="0"/>
            <a:r>
              <a:rPr lang="en-US"/>
              <a:t>Thank You</a:t>
            </a:r>
          </a:p>
        </p:txBody>
      </p:sp>
    </p:spTree>
    <p:extLst>
      <p:ext uri="{BB962C8B-B14F-4D97-AF65-F5344CB8AC3E}">
        <p14:creationId xmlns:p14="http://schemas.microsoft.com/office/powerpoint/2010/main" val="383458117"/>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 Whit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3212899"/>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 Lighter Gray">
    <p:bg>
      <p:bgPr>
        <a:solidFill>
          <a:srgbClr val="E6E6E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2964100"/>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Blank - Orange">
    <p:bg>
      <p:bgPr>
        <a:solidFill>
          <a:srgbClr val="FF8E2C"/>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0739088"/>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 Blue">
    <p:bg>
      <p:bgPr>
        <a:solidFill>
          <a:srgbClr val="0078CF"/>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8CB11F9-FEA9-961D-EA49-2510FFA90B75}"/>
              </a:ext>
            </a:extLst>
          </p:cNvPr>
          <p:cNvGrpSpPr/>
          <p:nvPr userDrawn="1"/>
        </p:nvGrpSpPr>
        <p:grpSpPr>
          <a:xfrm>
            <a:off x="1146369" y="13073547"/>
            <a:ext cx="4045180" cy="262701"/>
            <a:chOff x="917769" y="11646129"/>
            <a:chExt cx="4045180" cy="262701"/>
          </a:xfrm>
        </p:grpSpPr>
        <p:pic>
          <p:nvPicPr>
            <p:cNvPr id="3" name="Picture 2" descr="A white letter on a black background&#10;&#10;Description automatically generated">
              <a:extLst>
                <a:ext uri="{FF2B5EF4-FFF2-40B4-BE49-F238E27FC236}">
                  <a16:creationId xmlns:a16="http://schemas.microsoft.com/office/drawing/2014/main" id="{9D297D34-301F-7B86-B2F3-22A30F53B2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544" y="11646129"/>
              <a:ext cx="798405" cy="262701"/>
            </a:xfrm>
            <a:prstGeom prst="rect">
              <a:avLst/>
            </a:prstGeom>
          </p:spPr>
        </p:pic>
        <p:pic>
          <p:nvPicPr>
            <p:cNvPr id="4" name="Group" descr="Group">
              <a:extLst>
                <a:ext uri="{FF2B5EF4-FFF2-40B4-BE49-F238E27FC236}">
                  <a16:creationId xmlns:a16="http://schemas.microsoft.com/office/drawing/2014/main" id="{8121AE96-6054-6540-06AD-729346E3B420}"/>
                </a:ext>
              </a:extLst>
            </p:cNvPr>
            <p:cNvPicPr>
              <a:picLocks noChangeAspect="1"/>
            </p:cNvPicPr>
            <p:nvPr userDrawn="1"/>
          </p:nvPicPr>
          <p:blipFill>
            <a:blip r:embed="rId3"/>
            <a:srcRect/>
            <a:stretch>
              <a:fillRect/>
            </a:stretch>
          </p:blipFill>
          <p:spPr>
            <a:xfrm>
              <a:off x="917769" y="11656859"/>
              <a:ext cx="1133346" cy="220989"/>
            </a:xfrm>
            <a:prstGeom prst="rect">
              <a:avLst/>
            </a:prstGeom>
            <a:ln w="12700" cap="flat">
              <a:noFill/>
              <a:miter lim="400000"/>
            </a:ln>
            <a:effectLst/>
          </p:spPr>
        </p:pic>
        <p:pic>
          <p:nvPicPr>
            <p:cNvPr id="5" name="Image" descr="Image">
              <a:extLst>
                <a:ext uri="{FF2B5EF4-FFF2-40B4-BE49-F238E27FC236}">
                  <a16:creationId xmlns:a16="http://schemas.microsoft.com/office/drawing/2014/main" id="{1498CC74-771D-8F29-8070-F26419ED9CB4}"/>
                </a:ext>
              </a:extLst>
            </p:cNvPr>
            <p:cNvPicPr>
              <a:picLocks noChangeAspect="1"/>
            </p:cNvPicPr>
            <p:nvPr userDrawn="1"/>
          </p:nvPicPr>
          <p:blipFill>
            <a:blip r:embed="rId4"/>
            <a:srcRect/>
            <a:stretch>
              <a:fillRect/>
            </a:stretch>
          </p:blipFill>
          <p:spPr>
            <a:xfrm>
              <a:off x="2283042" y="11656859"/>
              <a:ext cx="1662276" cy="226572"/>
            </a:xfrm>
            <a:prstGeom prst="rect">
              <a:avLst/>
            </a:prstGeom>
            <a:ln w="12700" cap="flat">
              <a:noFill/>
              <a:miter lim="400000"/>
            </a:ln>
            <a:effectLst/>
          </p:spPr>
        </p:pic>
      </p:grpSp>
      <p:sp>
        <p:nvSpPr>
          <p:cNvPr id="10" name="Text">
            <a:extLst>
              <a:ext uri="{FF2B5EF4-FFF2-40B4-BE49-F238E27FC236}">
                <a16:creationId xmlns:a16="http://schemas.microsoft.com/office/drawing/2014/main" id="{56C97E6A-86DA-E78A-EA26-A70302A6986B}"/>
              </a:ext>
            </a:extLst>
          </p:cNvPr>
          <p:cNvSpPr txBox="1"/>
          <p:nvPr userDrawn="1"/>
        </p:nvSpPr>
        <p:spPr>
          <a:xfrm>
            <a:off x="22732827" y="13063095"/>
            <a:ext cx="582458" cy="4227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a:spAutoFit/>
          </a:bodyPr>
          <a:lstStyle>
            <a:lvl1pPr marR="38100" algn="r" defTabSz="863600">
              <a:defRPr sz="2000" b="1">
                <a:uFill>
                  <a:solidFill>
                    <a:srgbClr val="3A88FE"/>
                  </a:solidFill>
                </a:uFill>
              </a:defRPr>
            </a:lvl1pPr>
          </a:lstStyle>
          <a:p>
            <a:fld id="{86CB4B4D-7CA3-9044-876B-883B54F8677D}" type="slidenum">
              <a:rPr>
                <a:solidFill>
                  <a:schemeClr val="bg1"/>
                </a:solidFill>
              </a:rPr>
              <a:t>‹#›</a:t>
            </a:fld>
            <a:endParaRPr>
              <a:solidFill>
                <a:schemeClr val="bg1"/>
              </a:solidFill>
            </a:endParaRPr>
          </a:p>
        </p:txBody>
      </p:sp>
    </p:spTree>
    <p:extLst>
      <p:ext uri="{BB962C8B-B14F-4D97-AF65-F5344CB8AC3E}">
        <p14:creationId xmlns:p14="http://schemas.microsoft.com/office/powerpoint/2010/main" val="3960582341"/>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Blank - Medium Gray">
    <p:bg>
      <p:bgPr>
        <a:solidFill>
          <a:srgbClr val="636363"/>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8CB11F9-FEA9-961D-EA49-2510FFA90B75}"/>
              </a:ext>
            </a:extLst>
          </p:cNvPr>
          <p:cNvGrpSpPr/>
          <p:nvPr userDrawn="1"/>
        </p:nvGrpSpPr>
        <p:grpSpPr>
          <a:xfrm>
            <a:off x="1146369" y="13073547"/>
            <a:ext cx="4045180" cy="262701"/>
            <a:chOff x="917769" y="11646129"/>
            <a:chExt cx="4045180" cy="262701"/>
          </a:xfrm>
        </p:grpSpPr>
        <p:pic>
          <p:nvPicPr>
            <p:cNvPr id="3" name="Picture 2" descr="A white letter on a black background&#10;&#10;Description automatically generated">
              <a:extLst>
                <a:ext uri="{FF2B5EF4-FFF2-40B4-BE49-F238E27FC236}">
                  <a16:creationId xmlns:a16="http://schemas.microsoft.com/office/drawing/2014/main" id="{9D297D34-301F-7B86-B2F3-22A30F53B2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544" y="11646129"/>
              <a:ext cx="798405" cy="262701"/>
            </a:xfrm>
            <a:prstGeom prst="rect">
              <a:avLst/>
            </a:prstGeom>
          </p:spPr>
        </p:pic>
        <p:pic>
          <p:nvPicPr>
            <p:cNvPr id="4" name="Group" descr="Group">
              <a:extLst>
                <a:ext uri="{FF2B5EF4-FFF2-40B4-BE49-F238E27FC236}">
                  <a16:creationId xmlns:a16="http://schemas.microsoft.com/office/drawing/2014/main" id="{8121AE96-6054-6540-06AD-729346E3B420}"/>
                </a:ext>
              </a:extLst>
            </p:cNvPr>
            <p:cNvPicPr>
              <a:picLocks noChangeAspect="1"/>
            </p:cNvPicPr>
            <p:nvPr userDrawn="1"/>
          </p:nvPicPr>
          <p:blipFill>
            <a:blip r:embed="rId3"/>
            <a:srcRect/>
            <a:stretch>
              <a:fillRect/>
            </a:stretch>
          </p:blipFill>
          <p:spPr>
            <a:xfrm>
              <a:off x="917769" y="11656859"/>
              <a:ext cx="1133346" cy="220989"/>
            </a:xfrm>
            <a:prstGeom prst="rect">
              <a:avLst/>
            </a:prstGeom>
            <a:ln w="12700" cap="flat">
              <a:noFill/>
              <a:miter lim="400000"/>
            </a:ln>
            <a:effectLst/>
          </p:spPr>
        </p:pic>
        <p:pic>
          <p:nvPicPr>
            <p:cNvPr id="5" name="Image" descr="Image">
              <a:extLst>
                <a:ext uri="{FF2B5EF4-FFF2-40B4-BE49-F238E27FC236}">
                  <a16:creationId xmlns:a16="http://schemas.microsoft.com/office/drawing/2014/main" id="{1498CC74-771D-8F29-8070-F26419ED9CB4}"/>
                </a:ext>
              </a:extLst>
            </p:cNvPr>
            <p:cNvPicPr>
              <a:picLocks noChangeAspect="1"/>
            </p:cNvPicPr>
            <p:nvPr userDrawn="1"/>
          </p:nvPicPr>
          <p:blipFill>
            <a:blip r:embed="rId4"/>
            <a:srcRect/>
            <a:stretch>
              <a:fillRect/>
            </a:stretch>
          </p:blipFill>
          <p:spPr>
            <a:xfrm>
              <a:off x="2283042" y="11656859"/>
              <a:ext cx="1662276" cy="226572"/>
            </a:xfrm>
            <a:prstGeom prst="rect">
              <a:avLst/>
            </a:prstGeom>
            <a:ln w="12700" cap="flat">
              <a:noFill/>
              <a:miter lim="400000"/>
            </a:ln>
            <a:effectLst/>
          </p:spPr>
        </p:pic>
      </p:grpSp>
      <p:sp>
        <p:nvSpPr>
          <p:cNvPr id="10" name="Text">
            <a:extLst>
              <a:ext uri="{FF2B5EF4-FFF2-40B4-BE49-F238E27FC236}">
                <a16:creationId xmlns:a16="http://schemas.microsoft.com/office/drawing/2014/main" id="{56C97E6A-86DA-E78A-EA26-A70302A6986B}"/>
              </a:ext>
            </a:extLst>
          </p:cNvPr>
          <p:cNvSpPr txBox="1"/>
          <p:nvPr userDrawn="1"/>
        </p:nvSpPr>
        <p:spPr>
          <a:xfrm>
            <a:off x="22732827" y="13063095"/>
            <a:ext cx="582458" cy="4227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lvl1pPr marR="38100" algn="r" defTabSz="863600">
              <a:defRPr sz="2000" b="1">
                <a:uFill>
                  <a:solidFill>
                    <a:srgbClr val="3A88FE"/>
                  </a:solidFill>
                </a:uFill>
              </a:defRPr>
            </a:lvl1pPr>
          </a:lstStyle>
          <a:p>
            <a:fld id="{86CB4B4D-7CA3-9044-876B-883B54F8677D}" type="slidenum">
              <a:rPr>
                <a:solidFill>
                  <a:schemeClr val="bg1"/>
                </a:solidFill>
              </a:rPr>
              <a:t>‹#›</a:t>
            </a:fld>
            <a:endParaRPr>
              <a:solidFill>
                <a:schemeClr val="bg1"/>
              </a:solidFill>
            </a:endParaRPr>
          </a:p>
        </p:txBody>
      </p:sp>
    </p:spTree>
    <p:extLst>
      <p:ext uri="{BB962C8B-B14F-4D97-AF65-F5344CB8AC3E}">
        <p14:creationId xmlns:p14="http://schemas.microsoft.com/office/powerpoint/2010/main" val="2998396867"/>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Blank - Dark Gray">
    <p:bg>
      <p:bgPr>
        <a:solidFill>
          <a:srgbClr val="2A2A2A"/>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8CB11F9-FEA9-961D-EA49-2510FFA90B75}"/>
              </a:ext>
            </a:extLst>
          </p:cNvPr>
          <p:cNvGrpSpPr/>
          <p:nvPr userDrawn="1"/>
        </p:nvGrpSpPr>
        <p:grpSpPr>
          <a:xfrm>
            <a:off x="1146369" y="13073547"/>
            <a:ext cx="4045180" cy="262701"/>
            <a:chOff x="917769" y="11646129"/>
            <a:chExt cx="4045180" cy="262701"/>
          </a:xfrm>
        </p:grpSpPr>
        <p:pic>
          <p:nvPicPr>
            <p:cNvPr id="3" name="Picture 2" descr="A white letter on a black background&#10;&#10;Description automatically generated">
              <a:extLst>
                <a:ext uri="{FF2B5EF4-FFF2-40B4-BE49-F238E27FC236}">
                  <a16:creationId xmlns:a16="http://schemas.microsoft.com/office/drawing/2014/main" id="{9D297D34-301F-7B86-B2F3-22A30F53B2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544" y="11646129"/>
              <a:ext cx="798405" cy="262701"/>
            </a:xfrm>
            <a:prstGeom prst="rect">
              <a:avLst/>
            </a:prstGeom>
          </p:spPr>
        </p:pic>
        <p:pic>
          <p:nvPicPr>
            <p:cNvPr id="4" name="Group" descr="Group">
              <a:extLst>
                <a:ext uri="{FF2B5EF4-FFF2-40B4-BE49-F238E27FC236}">
                  <a16:creationId xmlns:a16="http://schemas.microsoft.com/office/drawing/2014/main" id="{8121AE96-6054-6540-06AD-729346E3B420}"/>
                </a:ext>
              </a:extLst>
            </p:cNvPr>
            <p:cNvPicPr>
              <a:picLocks noChangeAspect="1"/>
            </p:cNvPicPr>
            <p:nvPr userDrawn="1"/>
          </p:nvPicPr>
          <p:blipFill>
            <a:blip r:embed="rId3"/>
            <a:srcRect/>
            <a:stretch>
              <a:fillRect/>
            </a:stretch>
          </p:blipFill>
          <p:spPr>
            <a:xfrm>
              <a:off x="917769" y="11656859"/>
              <a:ext cx="1133346" cy="220989"/>
            </a:xfrm>
            <a:prstGeom prst="rect">
              <a:avLst/>
            </a:prstGeom>
            <a:ln w="12700" cap="flat">
              <a:noFill/>
              <a:miter lim="400000"/>
            </a:ln>
            <a:effectLst/>
          </p:spPr>
        </p:pic>
        <p:pic>
          <p:nvPicPr>
            <p:cNvPr id="5" name="Image" descr="Image">
              <a:extLst>
                <a:ext uri="{FF2B5EF4-FFF2-40B4-BE49-F238E27FC236}">
                  <a16:creationId xmlns:a16="http://schemas.microsoft.com/office/drawing/2014/main" id="{1498CC74-771D-8F29-8070-F26419ED9CB4}"/>
                </a:ext>
              </a:extLst>
            </p:cNvPr>
            <p:cNvPicPr>
              <a:picLocks noChangeAspect="1"/>
            </p:cNvPicPr>
            <p:nvPr userDrawn="1"/>
          </p:nvPicPr>
          <p:blipFill>
            <a:blip r:embed="rId4"/>
            <a:srcRect/>
            <a:stretch>
              <a:fillRect/>
            </a:stretch>
          </p:blipFill>
          <p:spPr>
            <a:xfrm>
              <a:off x="2283042" y="11656859"/>
              <a:ext cx="1662276" cy="226572"/>
            </a:xfrm>
            <a:prstGeom prst="rect">
              <a:avLst/>
            </a:prstGeom>
            <a:ln w="12700" cap="flat">
              <a:noFill/>
              <a:miter lim="400000"/>
            </a:ln>
            <a:effectLst/>
          </p:spPr>
        </p:pic>
      </p:grpSp>
      <p:sp>
        <p:nvSpPr>
          <p:cNvPr id="10" name="Text">
            <a:extLst>
              <a:ext uri="{FF2B5EF4-FFF2-40B4-BE49-F238E27FC236}">
                <a16:creationId xmlns:a16="http://schemas.microsoft.com/office/drawing/2014/main" id="{56C97E6A-86DA-E78A-EA26-A70302A6986B}"/>
              </a:ext>
            </a:extLst>
          </p:cNvPr>
          <p:cNvSpPr txBox="1"/>
          <p:nvPr userDrawn="1"/>
        </p:nvSpPr>
        <p:spPr>
          <a:xfrm>
            <a:off x="22732827" y="13063095"/>
            <a:ext cx="582458" cy="4227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a:spAutoFit/>
          </a:bodyPr>
          <a:lstStyle>
            <a:lvl1pPr marR="38100" algn="r" defTabSz="863600">
              <a:defRPr sz="2000" b="1">
                <a:uFill>
                  <a:solidFill>
                    <a:srgbClr val="3A88FE"/>
                  </a:solidFill>
                </a:uFill>
              </a:defRPr>
            </a:lvl1pPr>
          </a:lstStyle>
          <a:p>
            <a:fld id="{86CB4B4D-7CA3-9044-876B-883B54F8677D}" type="slidenum">
              <a:rPr>
                <a:solidFill>
                  <a:schemeClr val="bg1"/>
                </a:solidFill>
              </a:rPr>
              <a:t>‹#›</a:t>
            </a:fld>
            <a:endParaRPr>
              <a:solidFill>
                <a:schemeClr val="bg1"/>
              </a:solidFill>
            </a:endParaRPr>
          </a:p>
        </p:txBody>
      </p:sp>
    </p:spTree>
    <p:extLst>
      <p:ext uri="{BB962C8B-B14F-4D97-AF65-F5344CB8AC3E}">
        <p14:creationId xmlns:p14="http://schemas.microsoft.com/office/powerpoint/2010/main" val="653005750"/>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Blank -  Black">
    <p:bg>
      <p:bgPr>
        <a:solidFill>
          <a:schemeClr val="tx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8CB11F9-FEA9-961D-EA49-2510FFA90B75}"/>
              </a:ext>
            </a:extLst>
          </p:cNvPr>
          <p:cNvGrpSpPr/>
          <p:nvPr userDrawn="1"/>
        </p:nvGrpSpPr>
        <p:grpSpPr>
          <a:xfrm>
            <a:off x="1146369" y="13073547"/>
            <a:ext cx="4045180" cy="262701"/>
            <a:chOff x="917769" y="11646129"/>
            <a:chExt cx="4045180" cy="262701"/>
          </a:xfrm>
        </p:grpSpPr>
        <p:pic>
          <p:nvPicPr>
            <p:cNvPr id="3" name="Picture 2" descr="A white letter on a black background&#10;&#10;Description automatically generated">
              <a:extLst>
                <a:ext uri="{FF2B5EF4-FFF2-40B4-BE49-F238E27FC236}">
                  <a16:creationId xmlns:a16="http://schemas.microsoft.com/office/drawing/2014/main" id="{9D297D34-301F-7B86-B2F3-22A30F53B2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544" y="11646129"/>
              <a:ext cx="798405" cy="262701"/>
            </a:xfrm>
            <a:prstGeom prst="rect">
              <a:avLst/>
            </a:prstGeom>
          </p:spPr>
        </p:pic>
        <p:pic>
          <p:nvPicPr>
            <p:cNvPr id="4" name="Group" descr="Group">
              <a:extLst>
                <a:ext uri="{FF2B5EF4-FFF2-40B4-BE49-F238E27FC236}">
                  <a16:creationId xmlns:a16="http://schemas.microsoft.com/office/drawing/2014/main" id="{8121AE96-6054-6540-06AD-729346E3B420}"/>
                </a:ext>
              </a:extLst>
            </p:cNvPr>
            <p:cNvPicPr>
              <a:picLocks noChangeAspect="1"/>
            </p:cNvPicPr>
            <p:nvPr userDrawn="1"/>
          </p:nvPicPr>
          <p:blipFill>
            <a:blip r:embed="rId3"/>
            <a:srcRect/>
            <a:stretch>
              <a:fillRect/>
            </a:stretch>
          </p:blipFill>
          <p:spPr>
            <a:xfrm>
              <a:off x="917769" y="11656859"/>
              <a:ext cx="1133346" cy="220989"/>
            </a:xfrm>
            <a:prstGeom prst="rect">
              <a:avLst/>
            </a:prstGeom>
            <a:ln w="12700" cap="flat">
              <a:noFill/>
              <a:miter lim="400000"/>
            </a:ln>
            <a:effectLst/>
          </p:spPr>
        </p:pic>
        <p:pic>
          <p:nvPicPr>
            <p:cNvPr id="5" name="Image" descr="Image">
              <a:extLst>
                <a:ext uri="{FF2B5EF4-FFF2-40B4-BE49-F238E27FC236}">
                  <a16:creationId xmlns:a16="http://schemas.microsoft.com/office/drawing/2014/main" id="{1498CC74-771D-8F29-8070-F26419ED9CB4}"/>
                </a:ext>
              </a:extLst>
            </p:cNvPr>
            <p:cNvPicPr>
              <a:picLocks noChangeAspect="1"/>
            </p:cNvPicPr>
            <p:nvPr userDrawn="1"/>
          </p:nvPicPr>
          <p:blipFill>
            <a:blip r:embed="rId4"/>
            <a:srcRect/>
            <a:stretch>
              <a:fillRect/>
            </a:stretch>
          </p:blipFill>
          <p:spPr>
            <a:xfrm>
              <a:off x="2283042" y="11656859"/>
              <a:ext cx="1662276" cy="226572"/>
            </a:xfrm>
            <a:prstGeom prst="rect">
              <a:avLst/>
            </a:prstGeom>
            <a:ln w="12700" cap="flat">
              <a:noFill/>
              <a:miter lim="400000"/>
            </a:ln>
            <a:effectLst/>
          </p:spPr>
        </p:pic>
      </p:grpSp>
      <p:sp>
        <p:nvSpPr>
          <p:cNvPr id="10" name="Text">
            <a:extLst>
              <a:ext uri="{FF2B5EF4-FFF2-40B4-BE49-F238E27FC236}">
                <a16:creationId xmlns:a16="http://schemas.microsoft.com/office/drawing/2014/main" id="{56C97E6A-86DA-E78A-EA26-A70302A6986B}"/>
              </a:ext>
            </a:extLst>
          </p:cNvPr>
          <p:cNvSpPr txBox="1"/>
          <p:nvPr userDrawn="1"/>
        </p:nvSpPr>
        <p:spPr>
          <a:xfrm>
            <a:off x="22732827" y="13063095"/>
            <a:ext cx="582458" cy="4227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lvl1pPr marR="38100" algn="r" defTabSz="863600">
              <a:defRPr sz="2000" b="1">
                <a:uFill>
                  <a:solidFill>
                    <a:srgbClr val="3A88FE"/>
                  </a:solidFill>
                </a:uFill>
              </a:defRPr>
            </a:lvl1pPr>
          </a:lstStyle>
          <a:p>
            <a:fld id="{86CB4B4D-7CA3-9044-876B-883B54F8677D}" type="slidenum">
              <a:rPr>
                <a:solidFill>
                  <a:schemeClr val="bg1"/>
                </a:solidFill>
              </a:rPr>
              <a:t>‹#›</a:t>
            </a:fld>
            <a:endParaRPr>
              <a:solidFill>
                <a:schemeClr val="bg1"/>
              </a:solidFill>
            </a:endParaRPr>
          </a:p>
        </p:txBody>
      </p:sp>
    </p:spTree>
    <p:extLst>
      <p:ext uri="{BB962C8B-B14F-4D97-AF65-F5344CB8AC3E}">
        <p14:creationId xmlns:p14="http://schemas.microsoft.com/office/powerpoint/2010/main" val="392958347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4.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9E8E9"/>
        </a:solidFill>
        <a:effectLst/>
      </p:bgPr>
    </p:bg>
    <p:spTree>
      <p:nvGrpSpPr>
        <p:cNvPr id="1" name=""/>
        <p:cNvGrpSpPr/>
        <p:nvPr/>
      </p:nvGrpSpPr>
      <p:grpSpPr>
        <a:xfrm>
          <a:off x="0" y="0"/>
          <a:ext cx="0" cy="0"/>
          <a:chOff x="0" y="0"/>
          <a:chExt cx="0" cy="0"/>
        </a:xfrm>
      </p:grpSpPr>
      <p:sp>
        <p:nvSpPr>
          <p:cNvPr id="6" name="Title Text"/>
          <p:cNvSpPr txBox="1">
            <a:spLocks noGrp="1"/>
          </p:cNvSpPr>
          <p:nvPr>
            <p:ph type="title"/>
          </p:nvPr>
        </p:nvSpPr>
        <p:spPr>
          <a:xfrm>
            <a:off x="1146368" y="825500"/>
            <a:ext cx="21005800" cy="2286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r>
              <a:t>Title Text</a:t>
            </a:r>
          </a:p>
        </p:txBody>
      </p:sp>
      <p:sp>
        <p:nvSpPr>
          <p:cNvPr id="7" name="Body Level One…"/>
          <p:cNvSpPr txBox="1">
            <a:spLocks noGrp="1"/>
          </p:cNvSpPr>
          <p:nvPr>
            <p:ph type="body" idx="1"/>
          </p:nvPr>
        </p:nvSpPr>
        <p:spPr>
          <a:xfrm>
            <a:off x="1146368" y="3111500"/>
            <a:ext cx="21005800" cy="9207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r>
              <a:t>Body Level One</a:t>
            </a:r>
          </a:p>
          <a:p>
            <a:pPr lvl="1"/>
            <a:r>
              <a:t>Body Level Two</a:t>
            </a:r>
          </a:p>
          <a:p>
            <a:pPr lvl="2"/>
            <a:r>
              <a:t>Body Level Three</a:t>
            </a:r>
          </a:p>
          <a:p>
            <a:pPr lvl="3"/>
            <a:r>
              <a:t>Body Level Four</a:t>
            </a:r>
          </a:p>
          <a:p>
            <a:pPr lvl="4"/>
            <a:r>
              <a:t>Body Level Five</a:t>
            </a:r>
          </a:p>
        </p:txBody>
      </p:sp>
      <p:grpSp>
        <p:nvGrpSpPr>
          <p:cNvPr id="17" name="Group 16">
            <a:extLst>
              <a:ext uri="{FF2B5EF4-FFF2-40B4-BE49-F238E27FC236}">
                <a16:creationId xmlns:a16="http://schemas.microsoft.com/office/drawing/2014/main" id="{EF9588EB-39C2-44E9-F5F7-651206D0EFDB}"/>
              </a:ext>
            </a:extLst>
          </p:cNvPr>
          <p:cNvGrpSpPr/>
          <p:nvPr userDrawn="1"/>
        </p:nvGrpSpPr>
        <p:grpSpPr>
          <a:xfrm>
            <a:off x="1146368" y="13081187"/>
            <a:ext cx="4045182" cy="262701"/>
            <a:chOff x="917768" y="13060847"/>
            <a:chExt cx="4045182" cy="262701"/>
          </a:xfrm>
        </p:grpSpPr>
        <p:pic>
          <p:nvPicPr>
            <p:cNvPr id="2" name="Image" descr="Image"/>
            <p:cNvPicPr>
              <a:picLocks noChangeAspect="1"/>
            </p:cNvPicPr>
            <p:nvPr/>
          </p:nvPicPr>
          <p:blipFill>
            <a:blip r:embed="rId30"/>
            <a:stretch>
              <a:fillRect/>
            </a:stretch>
          </p:blipFill>
          <p:spPr>
            <a:xfrm>
              <a:off x="917768" y="13081703"/>
              <a:ext cx="1133346" cy="220988"/>
            </a:xfrm>
            <a:prstGeom prst="rect">
              <a:avLst/>
            </a:prstGeom>
            <a:ln w="12700" cap="flat">
              <a:noFill/>
              <a:miter lim="400000"/>
            </a:ln>
            <a:effectLst/>
          </p:spPr>
        </p:pic>
        <p:pic>
          <p:nvPicPr>
            <p:cNvPr id="3" name="Image" descr="Image"/>
            <p:cNvPicPr>
              <a:picLocks noChangeAspect="1"/>
            </p:cNvPicPr>
            <p:nvPr/>
          </p:nvPicPr>
          <p:blipFill>
            <a:blip r:embed="rId31"/>
            <a:stretch>
              <a:fillRect/>
            </a:stretch>
          </p:blipFill>
          <p:spPr>
            <a:xfrm>
              <a:off x="2283041" y="13079362"/>
              <a:ext cx="1662276" cy="226571"/>
            </a:xfrm>
            <a:prstGeom prst="rect">
              <a:avLst/>
            </a:prstGeom>
            <a:ln w="12700" cap="flat">
              <a:noFill/>
              <a:miter lim="400000"/>
            </a:ln>
            <a:effectLst/>
          </p:spPr>
        </p:pic>
        <p:pic>
          <p:nvPicPr>
            <p:cNvPr id="12" name="Picture 11" descr="A black background with a black square&#10;&#10;Description automatically generated with medium confidence">
              <a:extLst>
                <a:ext uri="{FF2B5EF4-FFF2-40B4-BE49-F238E27FC236}">
                  <a16:creationId xmlns:a16="http://schemas.microsoft.com/office/drawing/2014/main" id="{CE5170F3-6F10-D8E1-ACD4-5EC16436D619}"/>
                </a:ext>
              </a:extLst>
            </p:cNvPr>
            <p:cNvPicPr>
              <a:picLocks noChangeAspect="1"/>
            </p:cNvPicPr>
            <p:nvPr/>
          </p:nvPicPr>
          <p:blipFill>
            <a:blip r:embed="rId32" cstate="print">
              <a:extLst>
                <a:ext uri="{28A0092B-C50C-407E-A947-70E740481C1C}">
                  <a14:useLocalDpi xmlns:a14="http://schemas.microsoft.com/office/drawing/2010/main" val="0"/>
                </a:ext>
              </a:extLst>
            </a:blip>
            <a:stretch>
              <a:fillRect/>
            </a:stretch>
          </p:blipFill>
          <p:spPr>
            <a:xfrm>
              <a:off x="4164544" y="13060847"/>
              <a:ext cx="798406" cy="262701"/>
            </a:xfrm>
            <a:prstGeom prst="rect">
              <a:avLst/>
            </a:prstGeom>
          </p:spPr>
        </p:pic>
      </p:grpSp>
      <p:sp>
        <p:nvSpPr>
          <p:cNvPr id="18" name="Text">
            <a:extLst>
              <a:ext uri="{FF2B5EF4-FFF2-40B4-BE49-F238E27FC236}">
                <a16:creationId xmlns:a16="http://schemas.microsoft.com/office/drawing/2014/main" id="{4DD56F5C-1991-120B-8BC9-94425F9275C6}"/>
              </a:ext>
            </a:extLst>
          </p:cNvPr>
          <p:cNvSpPr txBox="1"/>
          <p:nvPr userDrawn="1"/>
        </p:nvSpPr>
        <p:spPr>
          <a:xfrm>
            <a:off x="22732827" y="13063095"/>
            <a:ext cx="582458" cy="4227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a:spAutoFit/>
          </a:bodyPr>
          <a:lstStyle>
            <a:lvl1pPr marR="38100" algn="r" defTabSz="863600">
              <a:defRPr sz="2000" b="1">
                <a:uFill>
                  <a:solidFill>
                    <a:srgbClr val="3A88FE"/>
                  </a:solidFill>
                </a:uFill>
              </a:defRPr>
            </a:lvl1pPr>
          </a:lstStyle>
          <a:p>
            <a:fld id="{86CB4B4D-7CA3-9044-876B-883B54F8677D}" type="slidenum">
              <a:rPr/>
              <a:t>‹#›</a:t>
            </a:fld>
            <a:endParaRPr/>
          </a:p>
        </p:txBody>
      </p:sp>
      <p:sp>
        <p:nvSpPr>
          <p:cNvPr id="5" name="TextBox 4">
            <a:extLst>
              <a:ext uri="{FF2B5EF4-FFF2-40B4-BE49-F238E27FC236}">
                <a16:creationId xmlns:a16="http://schemas.microsoft.com/office/drawing/2014/main" id="{FCE86C9A-88BB-E3D5-50CC-B58B3070BD1C}"/>
              </a:ext>
            </a:extLst>
          </p:cNvPr>
          <p:cNvSpPr txBox="1"/>
          <p:nvPr>
            <p:extLst>
              <p:ext uri="{1162E1C5-73C7-4A58-AE30-91384D911F3F}">
                <p184:classification xmlns:p184="http://schemas.microsoft.com/office/powerpoint/2018/4/main" val="ftr"/>
              </p:ext>
            </p:extLst>
          </p:nvPr>
        </p:nvSpPr>
        <p:spPr>
          <a:xfrm>
            <a:off x="11623675" y="13317220"/>
            <a:ext cx="1200150" cy="335280"/>
          </a:xfrm>
          <a:prstGeom prst="rect">
            <a:avLst/>
          </a:prstGeom>
        </p:spPr>
        <p:txBody>
          <a:bodyPr horzOverflow="overflow" lIns="0" tIns="0" rIns="0" bIns="0">
            <a:spAutoFit/>
          </a:bodyPr>
          <a:lstStyle/>
          <a:p>
            <a:pPr algn="l"/>
            <a:r>
              <a:rPr lang="en-US" sz="2200">
                <a:solidFill>
                  <a:srgbClr val="0073CF"/>
                </a:solidFill>
                <a:latin typeface="Calibri" panose="020F0502020204030204" pitchFamily="34" charset="0"/>
                <a:ea typeface="Calibri" panose="020F0502020204030204" pitchFamily="34" charset="0"/>
                <a:cs typeface="Calibri" panose="020F0502020204030204" pitchFamily="34" charset="0"/>
              </a:rPr>
              <a:t>INTERNAL</a:t>
            </a:r>
          </a:p>
        </p:txBody>
      </p:sp>
    </p:spTree>
  </p:cSld>
  <p:clrMap bg1="lt1" tx1="dk1" bg2="lt2" tx2="dk2" accent1="accent1" accent2="accent2" accent3="accent3" accent4="accent4" accent5="accent5" accent6="accent6" hlink="hlink" folHlink="folHlink"/>
  <p:sldLayoutIdLst>
    <p:sldLayoutId id="2147483710" r:id="rId1"/>
    <p:sldLayoutId id="2147483705" r:id="rId2"/>
    <p:sldLayoutId id="2147483706" r:id="rId3"/>
    <p:sldLayoutId id="2147483713" r:id="rId4"/>
    <p:sldLayoutId id="2147483711" r:id="rId5"/>
    <p:sldLayoutId id="2147483712" r:id="rId6"/>
    <p:sldLayoutId id="2147483714" r:id="rId7"/>
    <p:sldLayoutId id="2147483726" r:id="rId8"/>
    <p:sldLayoutId id="2147483721" r:id="rId9"/>
    <p:sldLayoutId id="2147483722" r:id="rId10"/>
    <p:sldLayoutId id="2147483724" r:id="rId11"/>
    <p:sldLayoutId id="2147483737" r:id="rId12"/>
    <p:sldLayoutId id="2147483725" r:id="rId13"/>
    <p:sldLayoutId id="2147483715" r:id="rId14"/>
    <p:sldLayoutId id="2147483738" r:id="rId15"/>
    <p:sldLayoutId id="2147483736" r:id="rId16"/>
    <p:sldLayoutId id="2147483735" r:id="rId17"/>
    <p:sldLayoutId id="2147483716" r:id="rId18"/>
    <p:sldLayoutId id="2147483717" r:id="rId19"/>
    <p:sldLayoutId id="2147483719" r:id="rId20"/>
    <p:sldLayoutId id="2147483720" r:id="rId21"/>
    <p:sldLayoutId id="2147483727" r:id="rId22"/>
    <p:sldLayoutId id="2147483728" r:id="rId23"/>
    <p:sldLayoutId id="2147483729" r:id="rId24"/>
    <p:sldLayoutId id="2147483730" r:id="rId25"/>
    <p:sldLayoutId id="2147483731" r:id="rId26"/>
    <p:sldLayoutId id="2147483732" r:id="rId27"/>
    <p:sldLayoutId id="2147483733" r:id="rId28"/>
  </p:sldLayoutIdLst>
  <p:transition spd="med"/>
  <p:txStyles>
    <p:titleStyle>
      <a:lvl1pPr marL="39687" marR="40638" indent="0" algn="l" defTabSz="914400" latinLnBrk="0">
        <a:lnSpc>
          <a:spcPct val="100000"/>
        </a:lnSpc>
        <a:spcBef>
          <a:spcPts val="0"/>
        </a:spcBef>
        <a:spcAft>
          <a:spcPts val="0"/>
        </a:spcAft>
        <a:buClrTx/>
        <a:buSzTx/>
        <a:buFontTx/>
        <a:buNone/>
        <a:tabLst/>
        <a:defRPr sz="9600" b="1" i="0" u="none" strike="noStrike" cap="all" spc="-192" baseline="0">
          <a:solidFill>
            <a:schemeClr val="tx1"/>
          </a:solidFill>
          <a:uFill>
            <a:solidFill>
              <a:srgbClr val="000000"/>
            </a:solidFill>
          </a:uFill>
          <a:latin typeface="Lexend" pitchFamily="2" charset="77"/>
          <a:ea typeface="Open Sans" panose="020B0606030504020204" pitchFamily="34" charset="0"/>
          <a:cs typeface="Open Sans" panose="020B0606030504020204" pitchFamily="34" charset="0"/>
          <a:sym typeface="Gotham-Ultra"/>
        </a:defRPr>
      </a:lvl1pPr>
      <a:lvl2pPr marL="39687" marR="40638" indent="228600" algn="l" defTabSz="914400" latinLnBrk="0">
        <a:lnSpc>
          <a:spcPct val="100000"/>
        </a:lnSpc>
        <a:spcBef>
          <a:spcPts val="0"/>
        </a:spcBef>
        <a:spcAft>
          <a:spcPts val="0"/>
        </a:spcAft>
        <a:buClrTx/>
        <a:buSzTx/>
        <a:buFontTx/>
        <a:buNone/>
        <a:tabLst/>
        <a:defRPr sz="9600" b="0" i="0" u="none" strike="noStrike" cap="all" spc="-192" baseline="0">
          <a:solidFill>
            <a:srgbClr val="FFFFFF"/>
          </a:solidFill>
          <a:uFill>
            <a:solidFill>
              <a:srgbClr val="000000"/>
            </a:solidFill>
          </a:uFill>
          <a:latin typeface="+mj-lt"/>
          <a:ea typeface="+mj-ea"/>
          <a:cs typeface="+mj-cs"/>
          <a:sym typeface="Gotham-Ultra"/>
        </a:defRPr>
      </a:lvl2pPr>
      <a:lvl3pPr marL="39687" marR="40638" indent="457200" algn="l" defTabSz="914400" latinLnBrk="0">
        <a:lnSpc>
          <a:spcPct val="100000"/>
        </a:lnSpc>
        <a:spcBef>
          <a:spcPts val="0"/>
        </a:spcBef>
        <a:spcAft>
          <a:spcPts val="0"/>
        </a:spcAft>
        <a:buClrTx/>
        <a:buSzTx/>
        <a:buFontTx/>
        <a:buNone/>
        <a:tabLst/>
        <a:defRPr sz="9600" b="0" i="0" u="none" strike="noStrike" cap="all" spc="-192" baseline="0">
          <a:solidFill>
            <a:srgbClr val="FFFFFF"/>
          </a:solidFill>
          <a:uFill>
            <a:solidFill>
              <a:srgbClr val="000000"/>
            </a:solidFill>
          </a:uFill>
          <a:latin typeface="+mj-lt"/>
          <a:ea typeface="+mj-ea"/>
          <a:cs typeface="+mj-cs"/>
          <a:sym typeface="Gotham-Ultra"/>
        </a:defRPr>
      </a:lvl3pPr>
      <a:lvl4pPr marL="39687" marR="40638" indent="685800" algn="l" defTabSz="914400" latinLnBrk="0">
        <a:lnSpc>
          <a:spcPct val="100000"/>
        </a:lnSpc>
        <a:spcBef>
          <a:spcPts val="0"/>
        </a:spcBef>
        <a:spcAft>
          <a:spcPts val="0"/>
        </a:spcAft>
        <a:buClrTx/>
        <a:buSzTx/>
        <a:buFontTx/>
        <a:buNone/>
        <a:tabLst/>
        <a:defRPr sz="9600" b="0" i="0" u="none" strike="noStrike" cap="all" spc="-192" baseline="0">
          <a:solidFill>
            <a:srgbClr val="FFFFFF"/>
          </a:solidFill>
          <a:uFill>
            <a:solidFill>
              <a:srgbClr val="000000"/>
            </a:solidFill>
          </a:uFill>
          <a:latin typeface="+mj-lt"/>
          <a:ea typeface="+mj-ea"/>
          <a:cs typeface="+mj-cs"/>
          <a:sym typeface="Gotham-Ultra"/>
        </a:defRPr>
      </a:lvl4pPr>
      <a:lvl5pPr marL="39687" marR="40638" indent="914400" algn="l" defTabSz="914400" latinLnBrk="0">
        <a:lnSpc>
          <a:spcPct val="100000"/>
        </a:lnSpc>
        <a:spcBef>
          <a:spcPts val="0"/>
        </a:spcBef>
        <a:spcAft>
          <a:spcPts val="0"/>
        </a:spcAft>
        <a:buClrTx/>
        <a:buSzTx/>
        <a:buFontTx/>
        <a:buNone/>
        <a:tabLst/>
        <a:defRPr sz="9600" b="0" i="0" u="none" strike="noStrike" cap="all" spc="-192" baseline="0">
          <a:solidFill>
            <a:srgbClr val="FFFFFF"/>
          </a:solidFill>
          <a:uFill>
            <a:solidFill>
              <a:srgbClr val="000000"/>
            </a:solidFill>
          </a:uFill>
          <a:latin typeface="+mj-lt"/>
          <a:ea typeface="+mj-ea"/>
          <a:cs typeface="+mj-cs"/>
          <a:sym typeface="Gotham-Ultra"/>
        </a:defRPr>
      </a:lvl5pPr>
      <a:lvl6pPr marL="39687" marR="40638" indent="1143000" algn="l" defTabSz="914400" latinLnBrk="0">
        <a:lnSpc>
          <a:spcPct val="100000"/>
        </a:lnSpc>
        <a:spcBef>
          <a:spcPts val="0"/>
        </a:spcBef>
        <a:spcAft>
          <a:spcPts val="0"/>
        </a:spcAft>
        <a:buClrTx/>
        <a:buSzTx/>
        <a:buFontTx/>
        <a:buNone/>
        <a:tabLst/>
        <a:defRPr sz="9600" b="0" i="0" u="none" strike="noStrike" cap="all" spc="-192" baseline="0">
          <a:solidFill>
            <a:srgbClr val="FFFFFF"/>
          </a:solidFill>
          <a:uFill>
            <a:solidFill>
              <a:srgbClr val="000000"/>
            </a:solidFill>
          </a:uFill>
          <a:latin typeface="+mj-lt"/>
          <a:ea typeface="+mj-ea"/>
          <a:cs typeface="+mj-cs"/>
          <a:sym typeface="Gotham-Ultra"/>
        </a:defRPr>
      </a:lvl6pPr>
      <a:lvl7pPr marL="39687" marR="40638" indent="1371600" algn="l" defTabSz="914400" latinLnBrk="0">
        <a:lnSpc>
          <a:spcPct val="100000"/>
        </a:lnSpc>
        <a:spcBef>
          <a:spcPts val="0"/>
        </a:spcBef>
        <a:spcAft>
          <a:spcPts val="0"/>
        </a:spcAft>
        <a:buClrTx/>
        <a:buSzTx/>
        <a:buFontTx/>
        <a:buNone/>
        <a:tabLst/>
        <a:defRPr sz="9600" b="0" i="0" u="none" strike="noStrike" cap="all" spc="-192" baseline="0">
          <a:solidFill>
            <a:srgbClr val="FFFFFF"/>
          </a:solidFill>
          <a:uFill>
            <a:solidFill>
              <a:srgbClr val="000000"/>
            </a:solidFill>
          </a:uFill>
          <a:latin typeface="+mj-lt"/>
          <a:ea typeface="+mj-ea"/>
          <a:cs typeface="+mj-cs"/>
          <a:sym typeface="Gotham-Ultra"/>
        </a:defRPr>
      </a:lvl7pPr>
      <a:lvl8pPr marL="39687" marR="40638" indent="1600200" algn="l" defTabSz="914400" latinLnBrk="0">
        <a:lnSpc>
          <a:spcPct val="100000"/>
        </a:lnSpc>
        <a:spcBef>
          <a:spcPts val="0"/>
        </a:spcBef>
        <a:spcAft>
          <a:spcPts val="0"/>
        </a:spcAft>
        <a:buClrTx/>
        <a:buSzTx/>
        <a:buFontTx/>
        <a:buNone/>
        <a:tabLst/>
        <a:defRPr sz="9600" b="0" i="0" u="none" strike="noStrike" cap="all" spc="-192" baseline="0">
          <a:solidFill>
            <a:srgbClr val="FFFFFF"/>
          </a:solidFill>
          <a:uFill>
            <a:solidFill>
              <a:srgbClr val="000000"/>
            </a:solidFill>
          </a:uFill>
          <a:latin typeface="+mj-lt"/>
          <a:ea typeface="+mj-ea"/>
          <a:cs typeface="+mj-cs"/>
          <a:sym typeface="Gotham-Ultra"/>
        </a:defRPr>
      </a:lvl8pPr>
      <a:lvl9pPr marL="39687" marR="40638" indent="1828800" algn="l" defTabSz="914400" latinLnBrk="0">
        <a:lnSpc>
          <a:spcPct val="100000"/>
        </a:lnSpc>
        <a:spcBef>
          <a:spcPts val="0"/>
        </a:spcBef>
        <a:spcAft>
          <a:spcPts val="0"/>
        </a:spcAft>
        <a:buClrTx/>
        <a:buSzTx/>
        <a:buFontTx/>
        <a:buNone/>
        <a:tabLst/>
        <a:defRPr sz="9600" b="0" i="0" u="none" strike="noStrike" cap="all" spc="-192" baseline="0">
          <a:solidFill>
            <a:srgbClr val="FFFFFF"/>
          </a:solidFill>
          <a:uFill>
            <a:solidFill>
              <a:srgbClr val="000000"/>
            </a:solidFill>
          </a:uFill>
          <a:latin typeface="+mj-lt"/>
          <a:ea typeface="+mj-ea"/>
          <a:cs typeface="+mj-cs"/>
          <a:sym typeface="Gotham-Ultra"/>
        </a:defRPr>
      </a:lvl9pPr>
    </p:titleStyle>
    <p:bodyStyle>
      <a:lvl1pPr marL="366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Open Sans" panose="020B0606030504020204" pitchFamily="34" charset="0"/>
          <a:ea typeface="Open Sans" panose="020B0606030504020204" pitchFamily="34" charset="0"/>
          <a:cs typeface="Open Sans" panose="020B0606030504020204" pitchFamily="34" charset="0"/>
          <a:sym typeface="Gotham-Light"/>
        </a:defRPr>
      </a:lvl1pPr>
      <a:lvl2pPr marL="1001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Open Sans" panose="020B0606030504020204" pitchFamily="34" charset="0"/>
          <a:ea typeface="Open Sans" panose="020B0606030504020204" pitchFamily="34" charset="0"/>
          <a:cs typeface="Open Sans" panose="020B0606030504020204" pitchFamily="34" charset="0"/>
          <a:sym typeface="Gotham-Light"/>
        </a:defRPr>
      </a:lvl2pPr>
      <a:lvl3pPr marL="1636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Open Sans" panose="020B0606030504020204" pitchFamily="34" charset="0"/>
          <a:ea typeface="Open Sans" panose="020B0606030504020204" pitchFamily="34" charset="0"/>
          <a:cs typeface="Open Sans" panose="020B0606030504020204" pitchFamily="34" charset="0"/>
          <a:sym typeface="Gotham-Light"/>
        </a:defRPr>
      </a:lvl3pPr>
      <a:lvl4pPr marL="2271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Open Sans" panose="020B0606030504020204" pitchFamily="34" charset="0"/>
          <a:ea typeface="Open Sans" panose="020B0606030504020204" pitchFamily="34" charset="0"/>
          <a:cs typeface="Open Sans" panose="020B0606030504020204" pitchFamily="34" charset="0"/>
          <a:sym typeface="Gotham-Light"/>
        </a:defRPr>
      </a:lvl4pPr>
      <a:lvl5pPr marL="2906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Open Sans" panose="020B0606030504020204" pitchFamily="34" charset="0"/>
          <a:ea typeface="Open Sans" panose="020B0606030504020204" pitchFamily="34" charset="0"/>
          <a:cs typeface="Open Sans" panose="020B0606030504020204" pitchFamily="34" charset="0"/>
          <a:sym typeface="Gotham-Light"/>
        </a:defRPr>
      </a:lvl5pPr>
      <a:lvl6pPr marL="3541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Gotham-Light"/>
          <a:ea typeface="Gotham-Light"/>
          <a:cs typeface="Gotham-Light"/>
          <a:sym typeface="Gotham-Light"/>
        </a:defRPr>
      </a:lvl6pPr>
      <a:lvl7pPr marL="4176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Gotham-Light"/>
          <a:ea typeface="Gotham-Light"/>
          <a:cs typeface="Gotham-Light"/>
          <a:sym typeface="Gotham-Light"/>
        </a:defRPr>
      </a:lvl7pPr>
      <a:lvl8pPr marL="4811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Gotham-Light"/>
          <a:ea typeface="Gotham-Light"/>
          <a:cs typeface="Gotham-Light"/>
          <a:sym typeface="Gotham-Light"/>
        </a:defRPr>
      </a:lvl8pPr>
      <a:lvl9pPr marL="5446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Gotham-Light"/>
          <a:ea typeface="Gotham-Light"/>
          <a:cs typeface="Gotham-Light"/>
          <a:sym typeface="Gotham-Light"/>
        </a:defRPr>
      </a:lvl9pPr>
    </p:bodyStyle>
    <p:otherStyle>
      <a:lvl1pPr marL="0" marR="38100" indent="0" algn="l" defTabSz="863600" latinLnBrk="0">
        <a:lnSpc>
          <a:spcPct val="110000"/>
        </a:lnSpc>
        <a:spcBef>
          <a:spcPts val="0"/>
        </a:spcBef>
        <a:spcAft>
          <a:spcPts val="0"/>
        </a:spcAft>
        <a:buClrTx/>
        <a:buSzTx/>
        <a:buFontTx/>
        <a:buNone/>
        <a:tabLst/>
        <a:defRPr sz="2400" b="1" i="0" u="none" strike="noStrike" cap="none" spc="0" baseline="0">
          <a:solidFill>
            <a:schemeClr val="tx1"/>
          </a:solidFill>
          <a:uFill>
            <a:solidFill>
              <a:srgbClr val="3A88FE"/>
            </a:solidFill>
          </a:uFill>
          <a:latin typeface="+mn-lt"/>
          <a:ea typeface="+mn-ea"/>
          <a:cs typeface="+mn-cs"/>
          <a:sym typeface="Open Sans"/>
        </a:defRPr>
      </a:lvl1pPr>
      <a:lvl2pPr marL="0" marR="38100" indent="228600" algn="l" defTabSz="863600" latinLnBrk="0">
        <a:lnSpc>
          <a:spcPct val="110000"/>
        </a:lnSpc>
        <a:spcBef>
          <a:spcPts val="0"/>
        </a:spcBef>
        <a:spcAft>
          <a:spcPts val="0"/>
        </a:spcAft>
        <a:buClrTx/>
        <a:buSzTx/>
        <a:buFontTx/>
        <a:buNone/>
        <a:tabLst/>
        <a:defRPr sz="2400" b="1" i="0" u="none" strike="noStrike" cap="none" spc="0" baseline="0">
          <a:solidFill>
            <a:schemeClr val="tx1"/>
          </a:solidFill>
          <a:uFill>
            <a:solidFill>
              <a:srgbClr val="3A88FE"/>
            </a:solidFill>
          </a:uFill>
          <a:latin typeface="+mn-lt"/>
          <a:ea typeface="+mn-ea"/>
          <a:cs typeface="+mn-cs"/>
          <a:sym typeface="Open Sans"/>
        </a:defRPr>
      </a:lvl2pPr>
      <a:lvl3pPr marL="0" marR="38100" indent="457200" algn="l" defTabSz="863600" latinLnBrk="0">
        <a:lnSpc>
          <a:spcPct val="110000"/>
        </a:lnSpc>
        <a:spcBef>
          <a:spcPts val="0"/>
        </a:spcBef>
        <a:spcAft>
          <a:spcPts val="0"/>
        </a:spcAft>
        <a:buClrTx/>
        <a:buSzTx/>
        <a:buFontTx/>
        <a:buNone/>
        <a:tabLst/>
        <a:defRPr sz="2400" b="1" i="0" u="none" strike="noStrike" cap="none" spc="0" baseline="0">
          <a:solidFill>
            <a:schemeClr val="tx1"/>
          </a:solidFill>
          <a:uFill>
            <a:solidFill>
              <a:srgbClr val="3A88FE"/>
            </a:solidFill>
          </a:uFill>
          <a:latin typeface="+mn-lt"/>
          <a:ea typeface="+mn-ea"/>
          <a:cs typeface="+mn-cs"/>
          <a:sym typeface="Open Sans"/>
        </a:defRPr>
      </a:lvl3pPr>
      <a:lvl4pPr marL="0" marR="38100" indent="685800" algn="l" defTabSz="863600" latinLnBrk="0">
        <a:lnSpc>
          <a:spcPct val="110000"/>
        </a:lnSpc>
        <a:spcBef>
          <a:spcPts val="0"/>
        </a:spcBef>
        <a:spcAft>
          <a:spcPts val="0"/>
        </a:spcAft>
        <a:buClrTx/>
        <a:buSzTx/>
        <a:buFontTx/>
        <a:buNone/>
        <a:tabLst/>
        <a:defRPr sz="2400" b="1" i="0" u="none" strike="noStrike" cap="none" spc="0" baseline="0">
          <a:solidFill>
            <a:schemeClr val="tx1"/>
          </a:solidFill>
          <a:uFill>
            <a:solidFill>
              <a:srgbClr val="3A88FE"/>
            </a:solidFill>
          </a:uFill>
          <a:latin typeface="+mn-lt"/>
          <a:ea typeface="+mn-ea"/>
          <a:cs typeface="+mn-cs"/>
          <a:sym typeface="Open Sans"/>
        </a:defRPr>
      </a:lvl4pPr>
      <a:lvl5pPr marL="0" marR="38100" indent="914400" algn="l" defTabSz="863600" latinLnBrk="0">
        <a:lnSpc>
          <a:spcPct val="110000"/>
        </a:lnSpc>
        <a:spcBef>
          <a:spcPts val="0"/>
        </a:spcBef>
        <a:spcAft>
          <a:spcPts val="0"/>
        </a:spcAft>
        <a:buClrTx/>
        <a:buSzTx/>
        <a:buFontTx/>
        <a:buNone/>
        <a:tabLst/>
        <a:defRPr sz="2400" b="1" i="0" u="none" strike="noStrike" cap="none" spc="0" baseline="0">
          <a:solidFill>
            <a:schemeClr val="tx1"/>
          </a:solidFill>
          <a:uFill>
            <a:solidFill>
              <a:srgbClr val="3A88FE"/>
            </a:solidFill>
          </a:uFill>
          <a:latin typeface="+mn-lt"/>
          <a:ea typeface="+mn-ea"/>
          <a:cs typeface="+mn-cs"/>
          <a:sym typeface="Open Sans"/>
        </a:defRPr>
      </a:lvl5pPr>
      <a:lvl6pPr marL="0" marR="38100" indent="1143000" algn="l" defTabSz="863600" latinLnBrk="0">
        <a:lnSpc>
          <a:spcPct val="110000"/>
        </a:lnSpc>
        <a:spcBef>
          <a:spcPts val="0"/>
        </a:spcBef>
        <a:spcAft>
          <a:spcPts val="0"/>
        </a:spcAft>
        <a:buClrTx/>
        <a:buSzTx/>
        <a:buFontTx/>
        <a:buNone/>
        <a:tabLst/>
        <a:defRPr sz="2400" b="1" i="0" u="none" strike="noStrike" cap="none" spc="0" baseline="0">
          <a:solidFill>
            <a:schemeClr val="tx1"/>
          </a:solidFill>
          <a:uFill>
            <a:solidFill>
              <a:srgbClr val="3A88FE"/>
            </a:solidFill>
          </a:uFill>
          <a:latin typeface="+mn-lt"/>
          <a:ea typeface="+mn-ea"/>
          <a:cs typeface="+mn-cs"/>
          <a:sym typeface="Open Sans"/>
        </a:defRPr>
      </a:lvl6pPr>
      <a:lvl7pPr marL="0" marR="38100" indent="1371600" algn="l" defTabSz="863600" latinLnBrk="0">
        <a:lnSpc>
          <a:spcPct val="110000"/>
        </a:lnSpc>
        <a:spcBef>
          <a:spcPts val="0"/>
        </a:spcBef>
        <a:spcAft>
          <a:spcPts val="0"/>
        </a:spcAft>
        <a:buClrTx/>
        <a:buSzTx/>
        <a:buFontTx/>
        <a:buNone/>
        <a:tabLst/>
        <a:defRPr sz="2400" b="1" i="0" u="none" strike="noStrike" cap="none" spc="0" baseline="0">
          <a:solidFill>
            <a:schemeClr val="tx1"/>
          </a:solidFill>
          <a:uFill>
            <a:solidFill>
              <a:srgbClr val="3A88FE"/>
            </a:solidFill>
          </a:uFill>
          <a:latin typeface="+mn-lt"/>
          <a:ea typeface="+mn-ea"/>
          <a:cs typeface="+mn-cs"/>
          <a:sym typeface="Open Sans"/>
        </a:defRPr>
      </a:lvl7pPr>
      <a:lvl8pPr marL="0" marR="38100" indent="1600200" algn="l" defTabSz="863600" latinLnBrk="0">
        <a:lnSpc>
          <a:spcPct val="110000"/>
        </a:lnSpc>
        <a:spcBef>
          <a:spcPts val="0"/>
        </a:spcBef>
        <a:spcAft>
          <a:spcPts val="0"/>
        </a:spcAft>
        <a:buClrTx/>
        <a:buSzTx/>
        <a:buFontTx/>
        <a:buNone/>
        <a:tabLst/>
        <a:defRPr sz="2400" b="1" i="0" u="none" strike="noStrike" cap="none" spc="0" baseline="0">
          <a:solidFill>
            <a:schemeClr val="tx1"/>
          </a:solidFill>
          <a:uFill>
            <a:solidFill>
              <a:srgbClr val="3A88FE"/>
            </a:solidFill>
          </a:uFill>
          <a:latin typeface="+mn-lt"/>
          <a:ea typeface="+mn-ea"/>
          <a:cs typeface="+mn-cs"/>
          <a:sym typeface="Open Sans"/>
        </a:defRPr>
      </a:lvl8pPr>
      <a:lvl9pPr marL="0" marR="38100" indent="1828800" algn="l" defTabSz="863600" latinLnBrk="0">
        <a:lnSpc>
          <a:spcPct val="110000"/>
        </a:lnSpc>
        <a:spcBef>
          <a:spcPts val="0"/>
        </a:spcBef>
        <a:spcAft>
          <a:spcPts val="0"/>
        </a:spcAft>
        <a:buClrTx/>
        <a:buSzTx/>
        <a:buFontTx/>
        <a:buNone/>
        <a:tabLst/>
        <a:defRPr sz="2400" b="1" i="0" u="none" strike="noStrike" cap="none" spc="0" baseline="0">
          <a:solidFill>
            <a:schemeClr val="tx1"/>
          </a:solidFill>
          <a:uFill>
            <a:solidFill>
              <a:srgbClr val="3A88FE"/>
            </a:solidFill>
          </a:uFill>
          <a:latin typeface="+mn-lt"/>
          <a:ea typeface="+mn-ea"/>
          <a:cs typeface="+mn-cs"/>
          <a:sym typeface="Open San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2" Type="http://schemas.openxmlformats.org/officeDocument/2006/relationships/hyperlink" Target="https://consolidatededison.sharepoint.com/:p:/r/dcxonline/Website%20ReDesign/Analytics%20and%20Insights%20Team/Feature%20Analysis/Start%20%26%20Stop%20Service/Start%20Services%20-%20A%26I%20Feature%20Analysis%20(March%202025).pptx?d=w60b4207e89b24b6cbcd793cba458f97a&amp;csf=1&amp;web=1&amp;e=EYO3nL" TargetMode="Externa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1">
            <a:extLst>
              <a:ext uri="{FF2B5EF4-FFF2-40B4-BE49-F238E27FC236}">
                <a16:creationId xmlns:a16="http://schemas.microsoft.com/office/drawing/2014/main" id="{D98E7BC5-31D1-09A4-894F-C85878D1D08B}"/>
              </a:ext>
            </a:extLst>
          </p:cNvPr>
          <p:cNvSpPr txBox="1">
            <a:spLocks/>
          </p:cNvSpPr>
          <p:nvPr/>
        </p:nvSpPr>
        <p:spPr>
          <a:xfrm>
            <a:off x="1146368" y="5768543"/>
            <a:ext cx="13888067" cy="2960430"/>
          </a:xfrm>
          <a:prstGeom prst="rect">
            <a:avLst/>
          </a:prstGeom>
        </p:spPr>
        <p:txBody>
          <a:bodyPr lIns="0" tIns="0" rIns="0" bIns="0" anchor="t">
            <a:noAutofit/>
          </a:bodyPr>
          <a:lstStyle>
            <a:lvl1pPr marL="366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Open Sans" panose="020B0606030504020204" pitchFamily="34" charset="0"/>
                <a:ea typeface="Open Sans" panose="020B0606030504020204" pitchFamily="34" charset="0"/>
                <a:cs typeface="Open Sans" panose="020B0606030504020204" pitchFamily="34" charset="0"/>
                <a:sym typeface="Gotham-Light"/>
              </a:defRPr>
            </a:lvl1pPr>
            <a:lvl2pPr marL="1001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Open Sans" panose="020B0606030504020204" pitchFamily="34" charset="0"/>
                <a:ea typeface="Open Sans" panose="020B0606030504020204" pitchFamily="34" charset="0"/>
                <a:cs typeface="Open Sans" panose="020B0606030504020204" pitchFamily="34" charset="0"/>
                <a:sym typeface="Gotham-Light"/>
              </a:defRPr>
            </a:lvl2pPr>
            <a:lvl3pPr marL="1636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Open Sans" panose="020B0606030504020204" pitchFamily="34" charset="0"/>
                <a:ea typeface="Open Sans" panose="020B0606030504020204" pitchFamily="34" charset="0"/>
                <a:cs typeface="Open Sans" panose="020B0606030504020204" pitchFamily="34" charset="0"/>
                <a:sym typeface="Gotham-Light"/>
              </a:defRPr>
            </a:lvl3pPr>
            <a:lvl4pPr marL="2271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Open Sans" panose="020B0606030504020204" pitchFamily="34" charset="0"/>
                <a:ea typeface="Open Sans" panose="020B0606030504020204" pitchFamily="34" charset="0"/>
                <a:cs typeface="Open Sans" panose="020B0606030504020204" pitchFamily="34" charset="0"/>
                <a:sym typeface="Gotham-Light"/>
              </a:defRPr>
            </a:lvl4pPr>
            <a:lvl5pPr marL="2906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Open Sans" panose="020B0606030504020204" pitchFamily="34" charset="0"/>
                <a:ea typeface="Open Sans" panose="020B0606030504020204" pitchFamily="34" charset="0"/>
                <a:cs typeface="Open Sans" panose="020B0606030504020204" pitchFamily="34" charset="0"/>
                <a:sym typeface="Gotham-Light"/>
              </a:defRPr>
            </a:lvl5pPr>
            <a:lvl6pPr marL="3541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Gotham-Light"/>
                <a:ea typeface="Gotham-Light"/>
                <a:cs typeface="Gotham-Light"/>
                <a:sym typeface="Gotham-Light"/>
              </a:defRPr>
            </a:lvl6pPr>
            <a:lvl7pPr marL="4176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Gotham-Light"/>
                <a:ea typeface="Gotham-Light"/>
                <a:cs typeface="Gotham-Light"/>
                <a:sym typeface="Gotham-Light"/>
              </a:defRPr>
            </a:lvl7pPr>
            <a:lvl8pPr marL="4811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Gotham-Light"/>
                <a:ea typeface="Gotham-Light"/>
                <a:cs typeface="Gotham-Light"/>
                <a:sym typeface="Gotham-Light"/>
              </a:defRPr>
            </a:lvl8pPr>
            <a:lvl9pPr marL="5446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Gotham-Light"/>
                <a:ea typeface="Gotham-Light"/>
                <a:cs typeface="Gotham-Light"/>
                <a:sym typeface="Gotham-Light"/>
              </a:defRPr>
            </a:lvl9pPr>
          </a:lstStyle>
          <a:p>
            <a:pPr marL="0" indent="0" hangingPunct="1">
              <a:lnSpc>
                <a:spcPct val="100000"/>
              </a:lnSpc>
              <a:buNone/>
            </a:pPr>
            <a:r>
              <a:rPr lang="en-US" sz="7500" b="1" dirty="0">
                <a:solidFill>
                  <a:schemeClr val="bg1"/>
                </a:solidFill>
                <a:latin typeface="Lexend"/>
                <a:ea typeface="Open Sans"/>
                <a:cs typeface="Open Sans"/>
              </a:rPr>
              <a:t>Feature Analysis</a:t>
            </a:r>
            <a:br>
              <a:rPr lang="en-US" sz="7500" dirty="0">
                <a:latin typeface="Lexend" pitchFamily="2" charset="77"/>
              </a:rPr>
            </a:br>
            <a:r>
              <a:rPr lang="en-US" sz="7500" dirty="0">
                <a:solidFill>
                  <a:schemeClr val="bg1"/>
                </a:solidFill>
                <a:latin typeface="Lexend"/>
                <a:ea typeface="Open Sans"/>
                <a:cs typeface="Open Sans"/>
              </a:rPr>
              <a:t>Service</a:t>
            </a:r>
          </a:p>
        </p:txBody>
      </p:sp>
      <p:sp>
        <p:nvSpPr>
          <p:cNvPr id="18" name="Text Placeholder 2">
            <a:extLst>
              <a:ext uri="{FF2B5EF4-FFF2-40B4-BE49-F238E27FC236}">
                <a16:creationId xmlns:a16="http://schemas.microsoft.com/office/drawing/2014/main" id="{92F161A2-F40A-A14E-A1FB-9F3D3E44F6B2}"/>
              </a:ext>
            </a:extLst>
          </p:cNvPr>
          <p:cNvSpPr txBox="1">
            <a:spLocks/>
          </p:cNvSpPr>
          <p:nvPr/>
        </p:nvSpPr>
        <p:spPr>
          <a:xfrm>
            <a:off x="1146368" y="8728973"/>
            <a:ext cx="5140131" cy="699521"/>
          </a:xfrm>
          <a:prstGeom prst="rect">
            <a:avLst/>
          </a:prstGeom>
        </p:spPr>
        <p:txBody>
          <a:bodyPr lIns="0" tIns="0" rIns="0" bIns="0" anchor="t">
            <a:noAutofit/>
          </a:bodyPr>
          <a:lstStyle>
            <a:lvl1pPr marL="366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Open Sans" panose="020B0606030504020204" pitchFamily="34" charset="0"/>
                <a:ea typeface="Open Sans" panose="020B0606030504020204" pitchFamily="34" charset="0"/>
                <a:cs typeface="Open Sans" panose="020B0606030504020204" pitchFamily="34" charset="0"/>
                <a:sym typeface="Gotham-Light"/>
              </a:defRPr>
            </a:lvl1pPr>
            <a:lvl2pPr marL="1001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Open Sans" panose="020B0606030504020204" pitchFamily="34" charset="0"/>
                <a:ea typeface="Open Sans" panose="020B0606030504020204" pitchFamily="34" charset="0"/>
                <a:cs typeface="Open Sans" panose="020B0606030504020204" pitchFamily="34" charset="0"/>
                <a:sym typeface="Gotham-Light"/>
              </a:defRPr>
            </a:lvl2pPr>
            <a:lvl3pPr marL="1636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Open Sans" panose="020B0606030504020204" pitchFamily="34" charset="0"/>
                <a:ea typeface="Open Sans" panose="020B0606030504020204" pitchFamily="34" charset="0"/>
                <a:cs typeface="Open Sans" panose="020B0606030504020204" pitchFamily="34" charset="0"/>
                <a:sym typeface="Gotham-Light"/>
              </a:defRPr>
            </a:lvl3pPr>
            <a:lvl4pPr marL="2271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Open Sans" panose="020B0606030504020204" pitchFamily="34" charset="0"/>
                <a:ea typeface="Open Sans" panose="020B0606030504020204" pitchFamily="34" charset="0"/>
                <a:cs typeface="Open Sans" panose="020B0606030504020204" pitchFamily="34" charset="0"/>
                <a:sym typeface="Gotham-Light"/>
              </a:defRPr>
            </a:lvl4pPr>
            <a:lvl5pPr marL="2906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Open Sans" panose="020B0606030504020204" pitchFamily="34" charset="0"/>
                <a:ea typeface="Open Sans" panose="020B0606030504020204" pitchFamily="34" charset="0"/>
                <a:cs typeface="Open Sans" panose="020B0606030504020204" pitchFamily="34" charset="0"/>
                <a:sym typeface="Gotham-Light"/>
              </a:defRPr>
            </a:lvl5pPr>
            <a:lvl6pPr marL="3541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Gotham-Light"/>
                <a:ea typeface="Gotham-Light"/>
                <a:cs typeface="Gotham-Light"/>
                <a:sym typeface="Gotham-Light"/>
              </a:defRPr>
            </a:lvl6pPr>
            <a:lvl7pPr marL="4176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Gotham-Light"/>
                <a:ea typeface="Gotham-Light"/>
                <a:cs typeface="Gotham-Light"/>
                <a:sym typeface="Gotham-Light"/>
              </a:defRPr>
            </a:lvl7pPr>
            <a:lvl8pPr marL="4811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Gotham-Light"/>
                <a:ea typeface="Gotham-Light"/>
                <a:cs typeface="Gotham-Light"/>
                <a:sym typeface="Gotham-Light"/>
              </a:defRPr>
            </a:lvl8pPr>
            <a:lvl9pPr marL="5446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Gotham-Light"/>
                <a:ea typeface="Gotham-Light"/>
                <a:cs typeface="Gotham-Light"/>
                <a:sym typeface="Gotham-Light"/>
              </a:defRPr>
            </a:lvl9pPr>
          </a:lstStyle>
          <a:p>
            <a:pPr marL="0" indent="0">
              <a:buNone/>
            </a:pPr>
            <a:r>
              <a:rPr lang="en-US" b="1">
                <a:solidFill>
                  <a:schemeClr val="bg1"/>
                </a:solidFill>
                <a:latin typeface="Open Sans"/>
                <a:ea typeface="Open Sans"/>
                <a:cs typeface="Open Sans"/>
              </a:rPr>
              <a:t>December 2025</a:t>
            </a:r>
            <a:endParaRPr lang="en-US">
              <a:solidFill>
                <a:schemeClr val="bg1"/>
              </a:solidFill>
            </a:endParaRPr>
          </a:p>
        </p:txBody>
      </p:sp>
      <p:sp>
        <p:nvSpPr>
          <p:cNvPr id="19" name="Text Placeholder 2">
            <a:extLst>
              <a:ext uri="{FF2B5EF4-FFF2-40B4-BE49-F238E27FC236}">
                <a16:creationId xmlns:a16="http://schemas.microsoft.com/office/drawing/2014/main" id="{4611B5DD-FC40-41F6-FCFD-5D59494AFB24}"/>
              </a:ext>
            </a:extLst>
          </p:cNvPr>
          <p:cNvSpPr txBox="1">
            <a:spLocks/>
          </p:cNvSpPr>
          <p:nvPr/>
        </p:nvSpPr>
        <p:spPr>
          <a:xfrm>
            <a:off x="1146368" y="1148137"/>
            <a:ext cx="13611622" cy="1038745"/>
          </a:xfrm>
          <a:prstGeom prst="rect">
            <a:avLst/>
          </a:prstGeom>
          <a:ln w="12700">
            <a:miter lim="400000"/>
          </a:ln>
          <a:effectLst>
            <a:outerShdw blurRad="1270000" dist="25400" dir="5400000" rotWithShape="0">
              <a:srgbClr val="204C8D">
                <a:alpha val="25614"/>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noAutofit/>
          </a:bodyPr>
          <a:lstStyle>
            <a:lvl1pPr marL="0" marR="0" indent="0" algn="l" defTabSz="457200" latinLnBrk="0">
              <a:lnSpc>
                <a:spcPct val="110000"/>
              </a:lnSpc>
              <a:spcBef>
                <a:spcPts val="0"/>
              </a:spcBef>
              <a:spcAft>
                <a:spcPts val="0"/>
              </a:spcAft>
              <a:buClrTx/>
              <a:buSzTx/>
              <a:buFontTx/>
              <a:buNone/>
              <a:tabLst/>
              <a:defRPr sz="2500" b="0" i="0" u="none" strike="noStrike" cap="all" spc="0" baseline="0">
                <a:solidFill>
                  <a:schemeClr val="tx1"/>
                </a:solidFill>
                <a:uFillTx/>
                <a:latin typeface="Open Sans Extrabold"/>
                <a:ea typeface="Open Sans Extrabold"/>
                <a:cs typeface="Open Sans Extrabold"/>
                <a:sym typeface="Open Sans Extrabold"/>
              </a:defRPr>
            </a:lvl1pPr>
            <a:lvl2pPr marL="1001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Open Sans" panose="020B0606030504020204" pitchFamily="34" charset="0"/>
                <a:ea typeface="Open Sans" panose="020B0606030504020204" pitchFamily="34" charset="0"/>
                <a:cs typeface="Open Sans" panose="020B0606030504020204" pitchFamily="34" charset="0"/>
                <a:sym typeface="Gotham-Light"/>
              </a:defRPr>
            </a:lvl2pPr>
            <a:lvl3pPr marL="1636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Open Sans" panose="020B0606030504020204" pitchFamily="34" charset="0"/>
                <a:ea typeface="Open Sans" panose="020B0606030504020204" pitchFamily="34" charset="0"/>
                <a:cs typeface="Open Sans" panose="020B0606030504020204" pitchFamily="34" charset="0"/>
                <a:sym typeface="Gotham-Light"/>
              </a:defRPr>
            </a:lvl3pPr>
            <a:lvl4pPr marL="2271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Open Sans" panose="020B0606030504020204" pitchFamily="34" charset="0"/>
                <a:ea typeface="Open Sans" panose="020B0606030504020204" pitchFamily="34" charset="0"/>
                <a:cs typeface="Open Sans" panose="020B0606030504020204" pitchFamily="34" charset="0"/>
                <a:sym typeface="Gotham-Light"/>
              </a:defRPr>
            </a:lvl4pPr>
            <a:lvl5pPr marL="2906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Open Sans" panose="020B0606030504020204" pitchFamily="34" charset="0"/>
                <a:ea typeface="Open Sans" panose="020B0606030504020204" pitchFamily="34" charset="0"/>
                <a:cs typeface="Open Sans" panose="020B0606030504020204" pitchFamily="34" charset="0"/>
                <a:sym typeface="Gotham-Light"/>
              </a:defRPr>
            </a:lvl5pPr>
            <a:lvl6pPr marL="3541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Gotham-Light"/>
                <a:ea typeface="Gotham-Light"/>
                <a:cs typeface="Gotham-Light"/>
                <a:sym typeface="Gotham-Light"/>
              </a:defRPr>
            </a:lvl6pPr>
            <a:lvl7pPr marL="4176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Gotham-Light"/>
                <a:ea typeface="Gotham-Light"/>
                <a:cs typeface="Gotham-Light"/>
                <a:sym typeface="Gotham-Light"/>
              </a:defRPr>
            </a:lvl7pPr>
            <a:lvl8pPr marL="4811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Gotham-Light"/>
                <a:ea typeface="Gotham-Light"/>
                <a:cs typeface="Gotham-Light"/>
                <a:sym typeface="Gotham-Light"/>
              </a:defRPr>
            </a:lvl8pPr>
            <a:lvl9pPr marL="5446346" marR="0" indent="-366346" algn="l" defTabSz="825500" latinLnBrk="0">
              <a:lnSpc>
                <a:spcPct val="130000"/>
              </a:lnSpc>
              <a:spcBef>
                <a:spcPts val="5200"/>
              </a:spcBef>
              <a:spcAft>
                <a:spcPts val="0"/>
              </a:spcAft>
              <a:buClrTx/>
              <a:buSzPct val="75000"/>
              <a:buFontTx/>
              <a:buChar char="•"/>
              <a:tabLst/>
              <a:defRPr sz="3000" b="0" i="0" u="none" strike="noStrike" cap="none" spc="0" baseline="0">
                <a:solidFill>
                  <a:srgbClr val="000000"/>
                </a:solidFill>
                <a:uFillTx/>
                <a:latin typeface="Gotham-Light"/>
                <a:ea typeface="Gotham-Light"/>
                <a:cs typeface="Gotham-Light"/>
                <a:sym typeface="Gotham-Light"/>
              </a:defRPr>
            </a:lvl9pPr>
          </a:lstStyle>
          <a:p>
            <a:pPr hangingPunct="1"/>
            <a:r>
              <a:rPr lang="en-US" sz="4800" cap="none">
                <a:solidFill>
                  <a:schemeClr val="bg1"/>
                </a:solidFill>
                <a:latin typeface="Open Sans Light"/>
                <a:ea typeface="Open Sans Light"/>
                <a:cs typeface="Open Sans Light"/>
              </a:rPr>
              <a:t>Analytics &amp; Insights</a:t>
            </a:r>
          </a:p>
        </p:txBody>
      </p:sp>
      <p:pic>
        <p:nvPicPr>
          <p:cNvPr id="1028" name="Picture 4" descr="Times you should (and shouldn't) charge bills to a credit card - The Points  Guy">
            <a:extLst>
              <a:ext uri="{FF2B5EF4-FFF2-40B4-BE49-F238E27FC236}">
                <a16:creationId xmlns:a16="http://schemas.microsoft.com/office/drawing/2014/main" id="{8E8CE273-DD22-980F-03BD-AE7461266B5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942" r="20781"/>
          <a:stretch/>
        </p:blipFill>
        <p:spPr bwMode="auto">
          <a:xfrm>
            <a:off x="12192001" y="0"/>
            <a:ext cx="12192000" cy="1371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8403"/>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14A8C-1E0B-A6D1-8C25-7E14C88189F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347CFA1-34A1-EEED-2A2F-357C812A4BDE}"/>
              </a:ext>
            </a:extLst>
          </p:cNvPr>
          <p:cNvSpPr>
            <a:spLocks noGrp="1"/>
          </p:cNvSpPr>
          <p:nvPr>
            <p:ph type="body" sz="quarter" idx="41"/>
          </p:nvPr>
        </p:nvSpPr>
        <p:spPr/>
        <p:txBody>
          <a:bodyPr/>
          <a:lstStyle/>
          <a:p>
            <a:r>
              <a:rPr lang="en-US"/>
              <a:t>FEATURE OVERVIEW</a:t>
            </a:r>
          </a:p>
        </p:txBody>
      </p:sp>
      <p:sp>
        <p:nvSpPr>
          <p:cNvPr id="3" name="Text Placeholder 2">
            <a:extLst>
              <a:ext uri="{FF2B5EF4-FFF2-40B4-BE49-F238E27FC236}">
                <a16:creationId xmlns:a16="http://schemas.microsoft.com/office/drawing/2014/main" id="{69E3CD12-709E-E6F0-2A06-AA449B19D04C}"/>
              </a:ext>
            </a:extLst>
          </p:cNvPr>
          <p:cNvSpPr>
            <a:spLocks noGrp="1"/>
          </p:cNvSpPr>
          <p:nvPr>
            <p:ph type="body" sz="quarter" idx="42"/>
          </p:nvPr>
        </p:nvSpPr>
        <p:spPr/>
        <p:txBody>
          <a:bodyPr/>
          <a:lstStyle/>
          <a:p>
            <a:r>
              <a:rPr lang="en-US"/>
              <a:t>December 2025 Update</a:t>
            </a:r>
          </a:p>
          <a:p>
            <a:endParaRPr lang="en-US"/>
          </a:p>
        </p:txBody>
      </p:sp>
      <p:sp>
        <p:nvSpPr>
          <p:cNvPr id="4" name="TextBox 3">
            <a:extLst>
              <a:ext uri="{FF2B5EF4-FFF2-40B4-BE49-F238E27FC236}">
                <a16:creationId xmlns:a16="http://schemas.microsoft.com/office/drawing/2014/main" id="{E229B23C-36B3-5C9B-2C3E-86EFD795ED03}"/>
              </a:ext>
            </a:extLst>
          </p:cNvPr>
          <p:cNvSpPr txBox="1"/>
          <p:nvPr/>
        </p:nvSpPr>
        <p:spPr>
          <a:xfrm>
            <a:off x="1143000" y="2628899"/>
            <a:ext cx="18592800" cy="226933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3200" dirty="0">
                <a:ea typeface="+mn-lt"/>
                <a:cs typeface="+mn-lt"/>
              </a:rPr>
              <a:t>The Service feature analysis, presented in March 2025, has been updated in this deck to reflect 2025 data. </a:t>
            </a:r>
          </a:p>
          <a:p>
            <a:endParaRPr lang="en-US" sz="3200" dirty="0">
              <a:ea typeface="+mn-lt"/>
              <a:cs typeface="+mn-lt"/>
            </a:endParaRPr>
          </a:p>
          <a:p>
            <a:r>
              <a:rPr lang="en-US" sz="3200" dirty="0">
                <a:ea typeface="+mn-lt"/>
                <a:cs typeface="+mn-lt"/>
              </a:rPr>
              <a:t>Original presentation is linked here: </a:t>
            </a:r>
            <a:r>
              <a:rPr lang="en-US" sz="3200" dirty="0">
                <a:hlinkClick r:id="rId2"/>
              </a:rPr>
              <a:t>Start Services - A&amp;I Feature Analysis (March 2025).pptx</a:t>
            </a:r>
            <a:endParaRPr lang="en-US" sz="3200" dirty="0">
              <a:ea typeface="+mn-lt"/>
              <a:cs typeface="+mn-lt"/>
            </a:endParaRPr>
          </a:p>
        </p:txBody>
      </p:sp>
    </p:spTree>
    <p:extLst>
      <p:ext uri="{BB962C8B-B14F-4D97-AF65-F5344CB8AC3E}">
        <p14:creationId xmlns:p14="http://schemas.microsoft.com/office/powerpoint/2010/main" val="149655021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6CA57-CA36-28C9-53DF-1CAC10149FE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B7599F7-2FF6-0B9B-2E6A-F35F4AD5196B}"/>
              </a:ext>
            </a:extLst>
          </p:cNvPr>
          <p:cNvSpPr>
            <a:spLocks noGrp="1"/>
          </p:cNvSpPr>
          <p:nvPr>
            <p:ph type="body" sz="quarter" idx="10"/>
          </p:nvPr>
        </p:nvSpPr>
        <p:spPr/>
        <p:txBody>
          <a:bodyPr/>
          <a:lstStyle/>
          <a:p>
            <a:r>
              <a:rPr lang="en-US"/>
              <a:t>01</a:t>
            </a:r>
          </a:p>
        </p:txBody>
      </p:sp>
      <p:sp>
        <p:nvSpPr>
          <p:cNvPr id="3" name="Text Placeholder 2">
            <a:extLst>
              <a:ext uri="{FF2B5EF4-FFF2-40B4-BE49-F238E27FC236}">
                <a16:creationId xmlns:a16="http://schemas.microsoft.com/office/drawing/2014/main" id="{8A6250A1-C7AF-0556-D67E-E996FF531DD2}"/>
              </a:ext>
            </a:extLst>
          </p:cNvPr>
          <p:cNvSpPr>
            <a:spLocks noGrp="1"/>
          </p:cNvSpPr>
          <p:nvPr>
            <p:ph type="body" sz="quarter" idx="11"/>
          </p:nvPr>
        </p:nvSpPr>
        <p:spPr/>
        <p:txBody>
          <a:bodyPr/>
          <a:lstStyle/>
          <a:p>
            <a:r>
              <a:rPr lang="en-US">
                <a:latin typeface="Lexend"/>
                <a:ea typeface="Open Sans"/>
                <a:cs typeface="Open Sans"/>
              </a:rPr>
              <a:t>Data Analysis</a:t>
            </a:r>
          </a:p>
        </p:txBody>
      </p:sp>
    </p:spTree>
    <p:extLst>
      <p:ext uri="{BB962C8B-B14F-4D97-AF65-F5344CB8AC3E}">
        <p14:creationId xmlns:p14="http://schemas.microsoft.com/office/powerpoint/2010/main" val="4245562854"/>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2E56FBF-8C64-D2F1-9C04-9FFBA4547EF3}"/>
              </a:ext>
            </a:extLst>
          </p:cNvPr>
          <p:cNvSpPr>
            <a:spLocks noGrp="1"/>
          </p:cNvSpPr>
          <p:nvPr>
            <p:ph type="body" sz="quarter" idx="41"/>
          </p:nvPr>
        </p:nvSpPr>
        <p:spPr/>
        <p:txBody>
          <a:bodyPr/>
          <a:lstStyle/>
          <a:p>
            <a:r>
              <a:rPr lang="en-US"/>
              <a:t>DATA ANALYSIS</a:t>
            </a:r>
          </a:p>
        </p:txBody>
      </p:sp>
      <p:sp>
        <p:nvSpPr>
          <p:cNvPr id="3" name="Text Placeholder 2">
            <a:extLst>
              <a:ext uri="{FF2B5EF4-FFF2-40B4-BE49-F238E27FC236}">
                <a16:creationId xmlns:a16="http://schemas.microsoft.com/office/drawing/2014/main" id="{276746B5-09AF-DB43-75E5-0F3F1B5E64A3}"/>
              </a:ext>
            </a:extLst>
          </p:cNvPr>
          <p:cNvSpPr>
            <a:spLocks noGrp="1"/>
          </p:cNvSpPr>
          <p:nvPr>
            <p:ph type="body" sz="quarter" idx="42"/>
          </p:nvPr>
        </p:nvSpPr>
        <p:spPr/>
        <p:txBody>
          <a:bodyPr/>
          <a:lstStyle/>
          <a:p>
            <a:r>
              <a:rPr lang="en-US">
                <a:latin typeface="Lexend"/>
                <a:ea typeface="Open Sans"/>
                <a:cs typeface="Open Sans"/>
              </a:rPr>
              <a:t>Executive Summary: 2025 updates</a:t>
            </a:r>
          </a:p>
        </p:txBody>
      </p:sp>
      <p:sp>
        <p:nvSpPr>
          <p:cNvPr id="7" name="TextBox 6">
            <a:extLst>
              <a:ext uri="{FF2B5EF4-FFF2-40B4-BE49-F238E27FC236}">
                <a16:creationId xmlns:a16="http://schemas.microsoft.com/office/drawing/2014/main" id="{9E9E8943-DC42-9C1A-79D4-4FE30D895C60}"/>
              </a:ext>
            </a:extLst>
          </p:cNvPr>
          <p:cNvSpPr txBox="1"/>
          <p:nvPr/>
        </p:nvSpPr>
        <p:spPr>
          <a:xfrm>
            <a:off x="19943295" y="4620256"/>
            <a:ext cx="4742935" cy="9889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a:lnSpc>
                <a:spcPct val="90000"/>
              </a:lnSpc>
            </a:pPr>
            <a:r>
              <a:rPr lang="en-US" sz="6400">
                <a:latin typeface="Lexend ExtraLight"/>
              </a:rPr>
              <a:t>87k </a:t>
            </a:r>
            <a:r>
              <a:rPr lang="en-US" sz="3200">
                <a:solidFill>
                  <a:srgbClr val="069BD7"/>
                </a:solidFill>
                <a:latin typeface="Lexend ExtraLight"/>
              </a:rPr>
              <a:t>89%</a:t>
            </a:r>
            <a:endParaRPr lang="en-US" sz="3200" u="none" strike="noStrike" cap="none" spc="0" normalizeH="0" baseline="0">
              <a:ln>
                <a:noFill/>
              </a:ln>
              <a:solidFill>
                <a:srgbClr val="069BD7"/>
              </a:solidFill>
              <a:effectLst/>
              <a:uFillTx/>
              <a:latin typeface="Lexend ExtraLight"/>
            </a:endParaRPr>
          </a:p>
        </p:txBody>
      </p:sp>
      <p:sp>
        <p:nvSpPr>
          <p:cNvPr id="8" name="TextBox 7">
            <a:extLst>
              <a:ext uri="{FF2B5EF4-FFF2-40B4-BE49-F238E27FC236}">
                <a16:creationId xmlns:a16="http://schemas.microsoft.com/office/drawing/2014/main" id="{62FB1BD5-4046-B951-7536-ACA93ECD88DC}"/>
              </a:ext>
            </a:extLst>
          </p:cNvPr>
          <p:cNvSpPr txBox="1"/>
          <p:nvPr/>
        </p:nvSpPr>
        <p:spPr>
          <a:xfrm>
            <a:off x="19671844" y="5697175"/>
            <a:ext cx="4742935"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400">
                <a:latin typeface="Open Sans Light"/>
                <a:ea typeface="Open Sans Light"/>
                <a:cs typeface="Open Sans Light"/>
              </a:rPr>
              <a:t>Start Services Eligibility Errors</a:t>
            </a:r>
            <a:endParaRPr lang="en-US"/>
          </a:p>
        </p:txBody>
      </p:sp>
      <p:sp>
        <p:nvSpPr>
          <p:cNvPr id="9" name="TextBox 8">
            <a:extLst>
              <a:ext uri="{FF2B5EF4-FFF2-40B4-BE49-F238E27FC236}">
                <a16:creationId xmlns:a16="http://schemas.microsoft.com/office/drawing/2014/main" id="{F2DDB8D6-72EF-4612-3795-902A0306445B}"/>
              </a:ext>
            </a:extLst>
          </p:cNvPr>
          <p:cNvSpPr txBox="1"/>
          <p:nvPr/>
        </p:nvSpPr>
        <p:spPr>
          <a:xfrm>
            <a:off x="19943295" y="6595220"/>
            <a:ext cx="3428485" cy="1349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a:lnSpc>
                <a:spcPct val="90000"/>
              </a:lnSpc>
            </a:pPr>
            <a:r>
              <a:rPr lang="en-US" sz="6400">
                <a:latin typeface="Lexend ExtraLight"/>
              </a:rPr>
              <a:t>8k</a:t>
            </a:r>
            <a:r>
              <a:rPr lang="en-US" sz="9000">
                <a:latin typeface="Lexend ExtraLight"/>
              </a:rPr>
              <a:t> </a:t>
            </a:r>
            <a:r>
              <a:rPr lang="en-US" sz="3200">
                <a:solidFill>
                  <a:srgbClr val="069BD7"/>
                </a:solidFill>
                <a:latin typeface="Lexend ExtraLight"/>
              </a:rPr>
              <a:t>8%</a:t>
            </a:r>
            <a:endParaRPr lang="en-US" sz="3200" u="none" strike="noStrike" cap="none" spc="0" normalizeH="0" baseline="0">
              <a:ln>
                <a:noFill/>
              </a:ln>
              <a:solidFill>
                <a:srgbClr val="069BD7"/>
              </a:solidFill>
              <a:effectLst/>
              <a:uFillTx/>
              <a:latin typeface="Lexend ExtraLight"/>
            </a:endParaRPr>
          </a:p>
        </p:txBody>
      </p:sp>
      <p:sp>
        <p:nvSpPr>
          <p:cNvPr id="14" name="TextBox 13">
            <a:extLst>
              <a:ext uri="{FF2B5EF4-FFF2-40B4-BE49-F238E27FC236}">
                <a16:creationId xmlns:a16="http://schemas.microsoft.com/office/drawing/2014/main" id="{2B62906A-DF1A-C080-6F62-9BBF7E7ECB12}"/>
              </a:ext>
            </a:extLst>
          </p:cNvPr>
          <p:cNvSpPr txBox="1"/>
          <p:nvPr/>
        </p:nvSpPr>
        <p:spPr>
          <a:xfrm>
            <a:off x="19761726" y="8333495"/>
            <a:ext cx="3918123"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400">
                <a:latin typeface="Open Sans Light"/>
                <a:ea typeface="Open Sans Light"/>
                <a:cs typeface="Open Sans Light"/>
              </a:rPr>
              <a:t>Start Service Errors</a:t>
            </a:r>
            <a:endParaRPr lang="en-US"/>
          </a:p>
        </p:txBody>
      </p:sp>
      <p:sp>
        <p:nvSpPr>
          <p:cNvPr id="15" name="TextBox 14">
            <a:extLst>
              <a:ext uri="{FF2B5EF4-FFF2-40B4-BE49-F238E27FC236}">
                <a16:creationId xmlns:a16="http://schemas.microsoft.com/office/drawing/2014/main" id="{6098812B-AA25-3FAE-5141-3F0C9C2DA630}"/>
              </a:ext>
            </a:extLst>
          </p:cNvPr>
          <p:cNvSpPr txBox="1"/>
          <p:nvPr/>
        </p:nvSpPr>
        <p:spPr>
          <a:xfrm>
            <a:off x="4924402" y="6679193"/>
            <a:ext cx="1912323" cy="9889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R="0" algn="l" defTabSz="825500" rtl="0" fontAlgn="auto" latinLnBrk="0" hangingPunct="0">
              <a:lnSpc>
                <a:spcPct val="90000"/>
              </a:lnSpc>
              <a:spcBef>
                <a:spcPts val="0"/>
              </a:spcBef>
              <a:spcAft>
                <a:spcPts val="0"/>
              </a:spcAft>
              <a:buClrTx/>
              <a:buSzTx/>
              <a:tabLst/>
            </a:pPr>
            <a:r>
              <a:rPr lang="en-US" sz="6400">
                <a:latin typeface="Lexend ExtraLight"/>
              </a:rPr>
              <a:t>41%</a:t>
            </a:r>
            <a:endParaRPr kumimoji="0" lang="en-US" sz="6400" u="none" strike="noStrike" cap="none" spc="0" normalizeH="0" baseline="0">
              <a:ln>
                <a:noFill/>
              </a:ln>
              <a:effectLst/>
              <a:uFillTx/>
              <a:latin typeface="Lexend ExtraLight" pitchFamily="2" charset="77"/>
              <a:sym typeface="Open Sans"/>
            </a:endParaRPr>
          </a:p>
        </p:txBody>
      </p:sp>
      <p:sp>
        <p:nvSpPr>
          <p:cNvPr id="18" name="TextBox 17">
            <a:extLst>
              <a:ext uri="{FF2B5EF4-FFF2-40B4-BE49-F238E27FC236}">
                <a16:creationId xmlns:a16="http://schemas.microsoft.com/office/drawing/2014/main" id="{60FCB266-30B2-B4E5-6269-81D9FA93A0AB}"/>
              </a:ext>
            </a:extLst>
          </p:cNvPr>
          <p:cNvSpPr txBox="1"/>
          <p:nvPr/>
        </p:nvSpPr>
        <p:spPr>
          <a:xfrm>
            <a:off x="1142998" y="3607365"/>
            <a:ext cx="6798503" cy="11182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3000" b="1" dirty="0">
                <a:latin typeface="Open Sans Semibold" panose="020B0606030504020204" pitchFamily="34" charset="0"/>
                <a:ea typeface="Open Sans Semibold" panose="020B0606030504020204" pitchFamily="34" charset="0"/>
                <a:cs typeface="Open Sans Semibold" panose="020B0606030504020204" pitchFamily="34" charset="0"/>
              </a:rPr>
              <a:t>Service Transaction completed via Digital channels VS CSR</a:t>
            </a:r>
          </a:p>
        </p:txBody>
      </p:sp>
      <p:sp>
        <p:nvSpPr>
          <p:cNvPr id="19" name="TextBox 18">
            <a:extLst>
              <a:ext uri="{FF2B5EF4-FFF2-40B4-BE49-F238E27FC236}">
                <a16:creationId xmlns:a16="http://schemas.microsoft.com/office/drawing/2014/main" id="{82C38BAF-1A48-DEF9-3853-677DD1960B46}"/>
              </a:ext>
            </a:extLst>
          </p:cNvPr>
          <p:cNvSpPr txBox="1"/>
          <p:nvPr/>
        </p:nvSpPr>
        <p:spPr>
          <a:xfrm>
            <a:off x="6521547" y="10061033"/>
            <a:ext cx="2990335" cy="9889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R="0" algn="l" defTabSz="825500" rtl="0" fontAlgn="auto" latinLnBrk="0" hangingPunct="0">
              <a:lnSpc>
                <a:spcPct val="90000"/>
              </a:lnSpc>
              <a:spcBef>
                <a:spcPts val="0"/>
              </a:spcBef>
              <a:spcAft>
                <a:spcPts val="0"/>
              </a:spcAft>
              <a:buClrTx/>
              <a:buSzTx/>
              <a:tabLst/>
            </a:pPr>
            <a:r>
              <a:rPr lang="en-US" sz="6400">
                <a:solidFill>
                  <a:schemeClr val="tx1"/>
                </a:solidFill>
                <a:latin typeface="Lexend ExtraLight"/>
              </a:rPr>
              <a:t>57%</a:t>
            </a:r>
            <a:endParaRPr lang="en-US" sz="6400" u="none" strike="noStrike" cap="none" spc="0" normalizeH="0" baseline="0">
              <a:ln>
                <a:noFill/>
              </a:ln>
              <a:solidFill>
                <a:schemeClr val="tx1"/>
              </a:solidFill>
              <a:effectLst/>
              <a:uFillTx/>
              <a:latin typeface="Lexend ExtraLight" pitchFamily="2" charset="77"/>
            </a:endParaRPr>
          </a:p>
        </p:txBody>
      </p:sp>
      <p:sp>
        <p:nvSpPr>
          <p:cNvPr id="25" name="TextBox 24">
            <a:extLst>
              <a:ext uri="{FF2B5EF4-FFF2-40B4-BE49-F238E27FC236}">
                <a16:creationId xmlns:a16="http://schemas.microsoft.com/office/drawing/2014/main" id="{F48CE2A9-C447-9976-CDAE-38594597FC06}"/>
              </a:ext>
            </a:extLst>
          </p:cNvPr>
          <p:cNvSpPr txBox="1"/>
          <p:nvPr/>
        </p:nvSpPr>
        <p:spPr>
          <a:xfrm>
            <a:off x="1142999" y="10180641"/>
            <a:ext cx="1513705" cy="7673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a:lnSpc>
                <a:spcPct val="90000"/>
              </a:lnSpc>
            </a:pPr>
            <a:r>
              <a:rPr lang="en-US" sz="4800">
                <a:latin typeface="Lexend ExtraLight"/>
              </a:rPr>
              <a:t>51% </a:t>
            </a:r>
            <a:endParaRPr lang="en-US" sz="4800" u="none" strike="noStrike" cap="none" spc="0" normalizeH="0" baseline="0">
              <a:ln>
                <a:noFill/>
              </a:ln>
              <a:solidFill>
                <a:srgbClr val="000000"/>
              </a:solidFill>
              <a:effectLst/>
              <a:uFillTx/>
              <a:latin typeface="Lexend ExtraLight"/>
            </a:endParaRPr>
          </a:p>
        </p:txBody>
      </p:sp>
      <p:sp>
        <p:nvSpPr>
          <p:cNvPr id="5" name="TextBox 4">
            <a:extLst>
              <a:ext uri="{FF2B5EF4-FFF2-40B4-BE49-F238E27FC236}">
                <a16:creationId xmlns:a16="http://schemas.microsoft.com/office/drawing/2014/main" id="{FA8C6218-1BCC-2243-1993-ABD5A47AC615}"/>
              </a:ext>
            </a:extLst>
          </p:cNvPr>
          <p:cNvSpPr txBox="1"/>
          <p:nvPr/>
        </p:nvSpPr>
        <p:spPr>
          <a:xfrm>
            <a:off x="2391307" y="6677228"/>
            <a:ext cx="1869292" cy="9889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R="0" algn="l" defTabSz="825500" rtl="0" fontAlgn="auto" latinLnBrk="0" hangingPunct="0">
              <a:lnSpc>
                <a:spcPct val="90000"/>
              </a:lnSpc>
              <a:spcBef>
                <a:spcPts val="0"/>
              </a:spcBef>
              <a:spcAft>
                <a:spcPts val="0"/>
              </a:spcAft>
              <a:buClrTx/>
              <a:buSzTx/>
              <a:tabLst/>
            </a:pPr>
            <a:r>
              <a:rPr lang="en-US" sz="6400">
                <a:latin typeface="Lexend ExtraLight"/>
              </a:rPr>
              <a:t>48%</a:t>
            </a:r>
            <a:endParaRPr kumimoji="0" lang="en-US" sz="6400" u="none" strike="noStrike" cap="none" spc="0" normalizeH="0" baseline="0">
              <a:ln>
                <a:noFill/>
              </a:ln>
              <a:solidFill>
                <a:srgbClr val="000000"/>
              </a:solidFill>
              <a:effectLst/>
              <a:uFillTx/>
              <a:latin typeface="Lexend ExtraLight" pitchFamily="2" charset="77"/>
              <a:sym typeface="Open Sans"/>
            </a:endParaRPr>
          </a:p>
        </p:txBody>
      </p:sp>
      <p:sp>
        <p:nvSpPr>
          <p:cNvPr id="10" name="TextBox 9">
            <a:extLst>
              <a:ext uri="{FF2B5EF4-FFF2-40B4-BE49-F238E27FC236}">
                <a16:creationId xmlns:a16="http://schemas.microsoft.com/office/drawing/2014/main" id="{C3B207FD-9268-D582-7DDD-80C5ECEE3270}"/>
              </a:ext>
            </a:extLst>
          </p:cNvPr>
          <p:cNvSpPr txBox="1"/>
          <p:nvPr/>
        </p:nvSpPr>
        <p:spPr>
          <a:xfrm>
            <a:off x="4954437" y="5668900"/>
            <a:ext cx="2990335" cy="9889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R="0" algn="l" defTabSz="825500" rtl="0" fontAlgn="auto" latinLnBrk="0" hangingPunct="0">
              <a:lnSpc>
                <a:spcPct val="90000"/>
              </a:lnSpc>
              <a:spcBef>
                <a:spcPts val="0"/>
              </a:spcBef>
              <a:spcAft>
                <a:spcPts val="0"/>
              </a:spcAft>
              <a:buClrTx/>
              <a:buSzTx/>
              <a:tabLst/>
            </a:pPr>
            <a:r>
              <a:rPr lang="en-US" sz="6400">
                <a:latin typeface="Lexend ExtraLight"/>
              </a:rPr>
              <a:t>59%</a:t>
            </a:r>
            <a:endParaRPr kumimoji="0" lang="en-US" sz="6400" u="none" strike="noStrike" cap="none" spc="0" normalizeH="0" baseline="0">
              <a:ln>
                <a:noFill/>
              </a:ln>
              <a:effectLst/>
              <a:uFillTx/>
              <a:latin typeface="Lexend ExtraLight" pitchFamily="2" charset="77"/>
              <a:sym typeface="Open Sans"/>
            </a:endParaRPr>
          </a:p>
        </p:txBody>
      </p:sp>
      <p:sp>
        <p:nvSpPr>
          <p:cNvPr id="11" name="TextBox 10">
            <a:extLst>
              <a:ext uri="{FF2B5EF4-FFF2-40B4-BE49-F238E27FC236}">
                <a16:creationId xmlns:a16="http://schemas.microsoft.com/office/drawing/2014/main" id="{38F6D648-1D57-AE65-ED99-0FA4E16A065B}"/>
              </a:ext>
            </a:extLst>
          </p:cNvPr>
          <p:cNvSpPr txBox="1"/>
          <p:nvPr/>
        </p:nvSpPr>
        <p:spPr>
          <a:xfrm>
            <a:off x="2391306" y="5673877"/>
            <a:ext cx="2990335" cy="9889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R="0" algn="l" defTabSz="825500" rtl="0" fontAlgn="auto" latinLnBrk="0" hangingPunct="0">
              <a:lnSpc>
                <a:spcPct val="90000"/>
              </a:lnSpc>
              <a:spcBef>
                <a:spcPts val="0"/>
              </a:spcBef>
              <a:spcAft>
                <a:spcPts val="0"/>
              </a:spcAft>
              <a:buClrTx/>
              <a:buSzTx/>
              <a:tabLst/>
            </a:pPr>
            <a:r>
              <a:rPr lang="en-US" sz="6400">
                <a:latin typeface="Lexend ExtraLight"/>
              </a:rPr>
              <a:t>52%</a:t>
            </a:r>
            <a:endParaRPr kumimoji="0" lang="en-US" sz="6400" u="none" strike="noStrike" cap="none" spc="0" normalizeH="0" baseline="0">
              <a:ln>
                <a:noFill/>
              </a:ln>
              <a:solidFill>
                <a:srgbClr val="000000"/>
              </a:solidFill>
              <a:effectLst/>
              <a:uFillTx/>
              <a:latin typeface="Lexend ExtraLight" pitchFamily="2" charset="77"/>
              <a:sym typeface="Open Sans"/>
            </a:endParaRPr>
          </a:p>
        </p:txBody>
      </p:sp>
      <p:sp>
        <p:nvSpPr>
          <p:cNvPr id="12" name="TextBox 11">
            <a:extLst>
              <a:ext uri="{FF2B5EF4-FFF2-40B4-BE49-F238E27FC236}">
                <a16:creationId xmlns:a16="http://schemas.microsoft.com/office/drawing/2014/main" id="{CCADDD8C-99C3-365F-3C25-7711E302E2EE}"/>
              </a:ext>
            </a:extLst>
          </p:cNvPr>
          <p:cNvSpPr txBox="1"/>
          <p:nvPr/>
        </p:nvSpPr>
        <p:spPr>
          <a:xfrm>
            <a:off x="1147926" y="5877785"/>
            <a:ext cx="700853"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400">
                <a:latin typeface="Open Sans Light"/>
                <a:ea typeface="Open Sans Light"/>
                <a:cs typeface="Open Sans Light"/>
              </a:rPr>
              <a:t>CSR</a:t>
            </a:r>
            <a:endParaRPr lang="en-US"/>
          </a:p>
        </p:txBody>
      </p:sp>
      <p:sp>
        <p:nvSpPr>
          <p:cNvPr id="13" name="TextBox 12">
            <a:extLst>
              <a:ext uri="{FF2B5EF4-FFF2-40B4-BE49-F238E27FC236}">
                <a16:creationId xmlns:a16="http://schemas.microsoft.com/office/drawing/2014/main" id="{14B1A59A-617F-221F-1D52-6BC36A5659A6}"/>
              </a:ext>
            </a:extLst>
          </p:cNvPr>
          <p:cNvSpPr txBox="1"/>
          <p:nvPr/>
        </p:nvSpPr>
        <p:spPr>
          <a:xfrm>
            <a:off x="1147926" y="6875719"/>
            <a:ext cx="1094149"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400">
                <a:latin typeface="Open Sans Light"/>
                <a:ea typeface="Open Sans Light"/>
                <a:cs typeface="Open Sans Light"/>
              </a:rPr>
              <a:t>Digital</a:t>
            </a:r>
            <a:endParaRPr lang="en-US"/>
          </a:p>
        </p:txBody>
      </p:sp>
      <p:sp>
        <p:nvSpPr>
          <p:cNvPr id="17" name="TextBox 16">
            <a:extLst>
              <a:ext uri="{FF2B5EF4-FFF2-40B4-BE49-F238E27FC236}">
                <a16:creationId xmlns:a16="http://schemas.microsoft.com/office/drawing/2014/main" id="{5622849E-4E43-F4EA-C209-05A841679876}"/>
              </a:ext>
            </a:extLst>
          </p:cNvPr>
          <p:cNvSpPr txBox="1"/>
          <p:nvPr/>
        </p:nvSpPr>
        <p:spPr>
          <a:xfrm>
            <a:off x="2443523" y="5165020"/>
            <a:ext cx="1817075"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400">
                <a:latin typeface="Open Sans Light"/>
                <a:ea typeface="Open Sans Light"/>
                <a:cs typeface="Open Sans Light"/>
              </a:rPr>
              <a:t>2023</a:t>
            </a:r>
            <a:endParaRPr lang="en-US"/>
          </a:p>
        </p:txBody>
      </p:sp>
      <p:sp>
        <p:nvSpPr>
          <p:cNvPr id="21" name="TextBox 20">
            <a:extLst>
              <a:ext uri="{FF2B5EF4-FFF2-40B4-BE49-F238E27FC236}">
                <a16:creationId xmlns:a16="http://schemas.microsoft.com/office/drawing/2014/main" id="{A925D45E-5BBF-5A28-8683-B18B70A8E667}"/>
              </a:ext>
            </a:extLst>
          </p:cNvPr>
          <p:cNvSpPr txBox="1"/>
          <p:nvPr/>
        </p:nvSpPr>
        <p:spPr>
          <a:xfrm>
            <a:off x="4971668" y="5144955"/>
            <a:ext cx="1817075"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400">
                <a:latin typeface="Open Sans Light"/>
                <a:ea typeface="Open Sans Light"/>
                <a:cs typeface="Open Sans Light"/>
              </a:rPr>
              <a:t>2024</a:t>
            </a:r>
          </a:p>
        </p:txBody>
      </p:sp>
      <p:sp>
        <p:nvSpPr>
          <p:cNvPr id="4" name="Triangle 16">
            <a:extLst>
              <a:ext uri="{FF2B5EF4-FFF2-40B4-BE49-F238E27FC236}">
                <a16:creationId xmlns:a16="http://schemas.microsoft.com/office/drawing/2014/main" id="{AD76CD01-2F43-565C-D594-C617C61488C0}"/>
              </a:ext>
            </a:extLst>
          </p:cNvPr>
          <p:cNvSpPr/>
          <p:nvPr/>
        </p:nvSpPr>
        <p:spPr>
          <a:xfrm rot="5400000">
            <a:off x="4400907" y="5980260"/>
            <a:ext cx="314514" cy="312719"/>
          </a:xfrm>
          <a:prstGeom prst="triangle">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38100" indent="0" algn="l" defTabSz="863600" rtl="0" fontAlgn="auto" latinLnBrk="0" hangingPunct="0">
              <a:lnSpc>
                <a:spcPct val="30000"/>
              </a:lnSpc>
              <a:spcBef>
                <a:spcPts val="0"/>
              </a:spcBef>
              <a:spcAft>
                <a:spcPts val="0"/>
              </a:spcAft>
              <a:buClrTx/>
              <a:buSzTx/>
              <a:buFontTx/>
              <a:buNone/>
              <a:tabLst/>
            </a:pPr>
            <a:endParaRPr lang="en-US" sz="4000" b="1" i="0" u="none" strike="noStrike" cap="none" spc="0" normalizeH="0" baseline="0">
              <a:ln>
                <a:noFill/>
              </a:ln>
              <a:solidFill>
                <a:srgbClr val="000000"/>
              </a:solidFill>
              <a:effectLst/>
              <a:uFill>
                <a:solidFill>
                  <a:srgbClr val="3A88FE"/>
                </a:solidFill>
              </a:uFill>
              <a:latin typeface="Futura Maxi Book"/>
              <a:ea typeface="Futura Maxi Book"/>
              <a:cs typeface="Futura Maxi Book"/>
            </a:endParaRPr>
          </a:p>
        </p:txBody>
      </p:sp>
      <p:sp>
        <p:nvSpPr>
          <p:cNvPr id="39" name="TextBox 38">
            <a:extLst>
              <a:ext uri="{FF2B5EF4-FFF2-40B4-BE49-F238E27FC236}">
                <a16:creationId xmlns:a16="http://schemas.microsoft.com/office/drawing/2014/main" id="{0C9934FB-B9AB-A16C-10F3-E6459C3C84E7}"/>
              </a:ext>
            </a:extLst>
          </p:cNvPr>
          <p:cNvSpPr txBox="1"/>
          <p:nvPr/>
        </p:nvSpPr>
        <p:spPr>
          <a:xfrm>
            <a:off x="1142998" y="8935120"/>
            <a:ext cx="7228977" cy="6104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3000" b="1">
                <a:latin typeface="Open Sans Semibold" panose="020B0606030504020204" pitchFamily="34" charset="0"/>
                <a:ea typeface="Open Sans Semibold" panose="020B0606030504020204" pitchFamily="34" charset="0"/>
                <a:cs typeface="Open Sans Semibold" panose="020B0606030504020204" pitchFamily="34" charset="0"/>
              </a:rPr>
              <a:t>Completion Rate (Web Only)</a:t>
            </a:r>
          </a:p>
        </p:txBody>
      </p:sp>
      <p:sp>
        <p:nvSpPr>
          <p:cNvPr id="40" name="TextBox 39">
            <a:extLst>
              <a:ext uri="{FF2B5EF4-FFF2-40B4-BE49-F238E27FC236}">
                <a16:creationId xmlns:a16="http://schemas.microsoft.com/office/drawing/2014/main" id="{00CFEAC6-B6C2-D70E-75BB-2702C92356A4}"/>
              </a:ext>
            </a:extLst>
          </p:cNvPr>
          <p:cNvSpPr txBox="1"/>
          <p:nvPr/>
        </p:nvSpPr>
        <p:spPr>
          <a:xfrm>
            <a:off x="19943295" y="3643856"/>
            <a:ext cx="7228977" cy="6104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3000" b="1">
                <a:latin typeface="Open Sans Semibold" panose="020B0606030504020204" pitchFamily="34" charset="0"/>
                <a:ea typeface="Open Sans Semibold" panose="020B0606030504020204" pitchFamily="34" charset="0"/>
                <a:cs typeface="Open Sans Semibold" panose="020B0606030504020204" pitchFamily="34" charset="0"/>
              </a:rPr>
              <a:t>Errors - 180 days</a:t>
            </a:r>
          </a:p>
        </p:txBody>
      </p:sp>
      <p:sp>
        <p:nvSpPr>
          <p:cNvPr id="41" name="TextBox 40">
            <a:extLst>
              <a:ext uri="{FF2B5EF4-FFF2-40B4-BE49-F238E27FC236}">
                <a16:creationId xmlns:a16="http://schemas.microsoft.com/office/drawing/2014/main" id="{438DD920-4EC7-4078-48B2-F298657576F9}"/>
              </a:ext>
            </a:extLst>
          </p:cNvPr>
          <p:cNvSpPr txBox="1"/>
          <p:nvPr/>
        </p:nvSpPr>
        <p:spPr>
          <a:xfrm>
            <a:off x="9222286" y="3607365"/>
            <a:ext cx="6798503" cy="11182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3000" b="1">
                <a:latin typeface="Open Sans Semibold" panose="020B0606030504020204" pitchFamily="34" charset="0"/>
                <a:ea typeface="Open Sans Semibold" panose="020B0606030504020204" pitchFamily="34" charset="0"/>
                <a:cs typeface="Open Sans Semibold" panose="020B0606030504020204" pitchFamily="34" charset="0"/>
              </a:rPr>
              <a:t>Completion Rate through Web</a:t>
            </a:r>
          </a:p>
          <a:p>
            <a:r>
              <a:rPr lang="en-US" sz="3000" b="1">
                <a:latin typeface="Open Sans Semibold" panose="020B0606030504020204" pitchFamily="34" charset="0"/>
                <a:ea typeface="Open Sans Semibold" panose="020B0606030504020204" pitchFamily="34" charset="0"/>
                <a:cs typeface="Open Sans Semibold" panose="020B0606030504020204" pitchFamily="34" charset="0"/>
              </a:rPr>
              <a:t>Residential vs. Non-Residential</a:t>
            </a:r>
          </a:p>
        </p:txBody>
      </p:sp>
      <p:sp>
        <p:nvSpPr>
          <p:cNvPr id="42" name="TextBox 41">
            <a:extLst>
              <a:ext uri="{FF2B5EF4-FFF2-40B4-BE49-F238E27FC236}">
                <a16:creationId xmlns:a16="http://schemas.microsoft.com/office/drawing/2014/main" id="{AC189C46-1C6A-4E22-D9EE-0C8E58FDA6E7}"/>
              </a:ext>
            </a:extLst>
          </p:cNvPr>
          <p:cNvSpPr txBox="1"/>
          <p:nvPr/>
        </p:nvSpPr>
        <p:spPr>
          <a:xfrm>
            <a:off x="14509109" y="6679193"/>
            <a:ext cx="2990335" cy="9889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R="0" algn="l" defTabSz="825500" rtl="0" fontAlgn="auto" latinLnBrk="0" hangingPunct="0">
              <a:lnSpc>
                <a:spcPct val="90000"/>
              </a:lnSpc>
              <a:spcBef>
                <a:spcPts val="0"/>
              </a:spcBef>
              <a:spcAft>
                <a:spcPts val="0"/>
              </a:spcAft>
              <a:buClrTx/>
              <a:buSzTx/>
              <a:tabLst/>
            </a:pPr>
            <a:r>
              <a:rPr lang="en-US" sz="6400">
                <a:latin typeface="Lexend ExtraLight"/>
              </a:rPr>
              <a:t>3%</a:t>
            </a:r>
            <a:endParaRPr kumimoji="0" lang="en-US" sz="6400" u="none" strike="noStrike" cap="none" spc="0" normalizeH="0" baseline="0">
              <a:ln>
                <a:noFill/>
              </a:ln>
              <a:effectLst/>
              <a:uFillTx/>
              <a:latin typeface="Lexend ExtraLight" pitchFamily="2" charset="77"/>
              <a:sym typeface="Open Sans"/>
            </a:endParaRPr>
          </a:p>
        </p:txBody>
      </p:sp>
      <p:sp>
        <p:nvSpPr>
          <p:cNvPr id="43" name="TextBox 42">
            <a:extLst>
              <a:ext uri="{FF2B5EF4-FFF2-40B4-BE49-F238E27FC236}">
                <a16:creationId xmlns:a16="http://schemas.microsoft.com/office/drawing/2014/main" id="{6073B5FE-0BD6-70B1-FB02-21838275ACB2}"/>
              </a:ext>
            </a:extLst>
          </p:cNvPr>
          <p:cNvSpPr txBox="1"/>
          <p:nvPr/>
        </p:nvSpPr>
        <p:spPr>
          <a:xfrm>
            <a:off x="11849014" y="6677228"/>
            <a:ext cx="1869292" cy="9889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R="0" algn="l" defTabSz="825500" rtl="0" fontAlgn="auto" latinLnBrk="0" hangingPunct="0">
              <a:lnSpc>
                <a:spcPct val="90000"/>
              </a:lnSpc>
              <a:spcBef>
                <a:spcPts val="0"/>
              </a:spcBef>
              <a:spcAft>
                <a:spcPts val="0"/>
              </a:spcAft>
              <a:buClrTx/>
              <a:buSzTx/>
              <a:tabLst/>
            </a:pPr>
            <a:r>
              <a:rPr lang="en-US" sz="6400">
                <a:latin typeface="Lexend ExtraLight"/>
              </a:rPr>
              <a:t>18%</a:t>
            </a:r>
            <a:endParaRPr kumimoji="0" lang="en-US" sz="6400" u="none" strike="noStrike" cap="none" spc="0" normalizeH="0" baseline="0">
              <a:ln>
                <a:noFill/>
              </a:ln>
              <a:solidFill>
                <a:srgbClr val="000000"/>
              </a:solidFill>
              <a:effectLst/>
              <a:uFillTx/>
              <a:latin typeface="Lexend ExtraLight" pitchFamily="2" charset="77"/>
              <a:sym typeface="Open Sans"/>
            </a:endParaRPr>
          </a:p>
        </p:txBody>
      </p:sp>
      <p:sp>
        <p:nvSpPr>
          <p:cNvPr id="44" name="TextBox 43">
            <a:extLst>
              <a:ext uri="{FF2B5EF4-FFF2-40B4-BE49-F238E27FC236}">
                <a16:creationId xmlns:a16="http://schemas.microsoft.com/office/drawing/2014/main" id="{A3A2FD98-E2CC-297B-2C73-F3C77936E3A3}"/>
              </a:ext>
            </a:extLst>
          </p:cNvPr>
          <p:cNvSpPr txBox="1"/>
          <p:nvPr/>
        </p:nvSpPr>
        <p:spPr>
          <a:xfrm>
            <a:off x="14539144" y="5668900"/>
            <a:ext cx="2170997" cy="9889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R="0" algn="l" defTabSz="825500" rtl="0" fontAlgn="auto" latinLnBrk="0" hangingPunct="0">
              <a:lnSpc>
                <a:spcPct val="90000"/>
              </a:lnSpc>
              <a:spcBef>
                <a:spcPts val="0"/>
              </a:spcBef>
              <a:spcAft>
                <a:spcPts val="0"/>
              </a:spcAft>
              <a:buClrTx/>
              <a:buSzTx/>
              <a:tabLst/>
            </a:pPr>
            <a:r>
              <a:rPr lang="en-US" sz="6400">
                <a:latin typeface="Lexend ExtraLight"/>
              </a:rPr>
              <a:t>52%</a:t>
            </a:r>
            <a:endParaRPr kumimoji="0" lang="en-US" sz="6400" u="none" strike="noStrike" cap="none" spc="0" normalizeH="0" baseline="0">
              <a:ln>
                <a:noFill/>
              </a:ln>
              <a:effectLst/>
              <a:uFillTx/>
              <a:latin typeface="Lexend ExtraLight" pitchFamily="2" charset="77"/>
              <a:sym typeface="Open Sans"/>
            </a:endParaRPr>
          </a:p>
        </p:txBody>
      </p:sp>
      <p:sp>
        <p:nvSpPr>
          <p:cNvPr id="45" name="TextBox 44">
            <a:extLst>
              <a:ext uri="{FF2B5EF4-FFF2-40B4-BE49-F238E27FC236}">
                <a16:creationId xmlns:a16="http://schemas.microsoft.com/office/drawing/2014/main" id="{D616EA1C-9C2B-E846-783F-042CFBC5547F}"/>
              </a:ext>
            </a:extLst>
          </p:cNvPr>
          <p:cNvSpPr txBox="1"/>
          <p:nvPr/>
        </p:nvSpPr>
        <p:spPr>
          <a:xfrm>
            <a:off x="11849014" y="5673877"/>
            <a:ext cx="1869292" cy="9889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R="0" algn="l" defTabSz="825500" rtl="0" fontAlgn="auto" latinLnBrk="0" hangingPunct="0">
              <a:lnSpc>
                <a:spcPct val="90000"/>
              </a:lnSpc>
              <a:spcBef>
                <a:spcPts val="0"/>
              </a:spcBef>
              <a:spcAft>
                <a:spcPts val="0"/>
              </a:spcAft>
              <a:buClrTx/>
              <a:buSzTx/>
              <a:tabLst/>
            </a:pPr>
            <a:r>
              <a:rPr lang="en-US" sz="6400">
                <a:latin typeface="Lexend ExtraLight"/>
              </a:rPr>
              <a:t>53%</a:t>
            </a:r>
            <a:endParaRPr kumimoji="0" lang="en-US" sz="6400" u="none" strike="noStrike" cap="none" spc="0" normalizeH="0" baseline="0">
              <a:ln>
                <a:noFill/>
              </a:ln>
              <a:solidFill>
                <a:srgbClr val="000000"/>
              </a:solidFill>
              <a:effectLst/>
              <a:uFillTx/>
              <a:latin typeface="Lexend ExtraLight" pitchFamily="2" charset="77"/>
              <a:sym typeface="Open Sans"/>
            </a:endParaRPr>
          </a:p>
        </p:txBody>
      </p:sp>
      <p:sp>
        <p:nvSpPr>
          <p:cNvPr id="46" name="TextBox 45">
            <a:extLst>
              <a:ext uri="{FF2B5EF4-FFF2-40B4-BE49-F238E27FC236}">
                <a16:creationId xmlns:a16="http://schemas.microsoft.com/office/drawing/2014/main" id="{DAF6B90F-ED76-47F6-C5C7-B6CCADC122CC}"/>
              </a:ext>
            </a:extLst>
          </p:cNvPr>
          <p:cNvSpPr txBox="1"/>
          <p:nvPr/>
        </p:nvSpPr>
        <p:spPr>
          <a:xfrm>
            <a:off x="9498305" y="5877785"/>
            <a:ext cx="2087581"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400">
                <a:latin typeface="Open Sans Light"/>
                <a:ea typeface="Open Sans Light"/>
                <a:cs typeface="Open Sans Light"/>
              </a:rPr>
              <a:t>Residential</a:t>
            </a:r>
            <a:endParaRPr lang="en-US"/>
          </a:p>
        </p:txBody>
      </p:sp>
      <p:sp>
        <p:nvSpPr>
          <p:cNvPr id="48" name="TextBox 47">
            <a:extLst>
              <a:ext uri="{FF2B5EF4-FFF2-40B4-BE49-F238E27FC236}">
                <a16:creationId xmlns:a16="http://schemas.microsoft.com/office/drawing/2014/main" id="{ACA1F1E3-3365-E39F-EFEA-62BD24B00241}"/>
              </a:ext>
            </a:extLst>
          </p:cNvPr>
          <p:cNvSpPr txBox="1"/>
          <p:nvPr/>
        </p:nvSpPr>
        <p:spPr>
          <a:xfrm>
            <a:off x="11901230" y="5165020"/>
            <a:ext cx="1817075"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400">
                <a:latin typeface="Open Sans Light"/>
                <a:ea typeface="Open Sans Light"/>
                <a:cs typeface="Open Sans Light"/>
              </a:rPr>
              <a:t>2023</a:t>
            </a:r>
            <a:endParaRPr lang="en-US"/>
          </a:p>
        </p:txBody>
      </p:sp>
      <p:sp>
        <p:nvSpPr>
          <p:cNvPr id="49" name="TextBox 48">
            <a:extLst>
              <a:ext uri="{FF2B5EF4-FFF2-40B4-BE49-F238E27FC236}">
                <a16:creationId xmlns:a16="http://schemas.microsoft.com/office/drawing/2014/main" id="{9A119777-88F9-1E83-AEC6-E464C20E15E6}"/>
              </a:ext>
            </a:extLst>
          </p:cNvPr>
          <p:cNvSpPr txBox="1"/>
          <p:nvPr/>
        </p:nvSpPr>
        <p:spPr>
          <a:xfrm>
            <a:off x="14556375" y="5144955"/>
            <a:ext cx="1817075"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400">
                <a:latin typeface="Open Sans Light"/>
                <a:ea typeface="Open Sans Light"/>
                <a:cs typeface="Open Sans Light"/>
              </a:rPr>
              <a:t>2024</a:t>
            </a:r>
          </a:p>
        </p:txBody>
      </p:sp>
      <p:sp>
        <p:nvSpPr>
          <p:cNvPr id="51" name="Triangle 16">
            <a:extLst>
              <a:ext uri="{FF2B5EF4-FFF2-40B4-BE49-F238E27FC236}">
                <a16:creationId xmlns:a16="http://schemas.microsoft.com/office/drawing/2014/main" id="{8E672A99-5387-EF70-9463-2A45AF6ED7F7}"/>
              </a:ext>
            </a:extLst>
          </p:cNvPr>
          <p:cNvSpPr/>
          <p:nvPr/>
        </p:nvSpPr>
        <p:spPr>
          <a:xfrm rot="5400000">
            <a:off x="13909414" y="6957291"/>
            <a:ext cx="314514" cy="312719"/>
          </a:xfrm>
          <a:prstGeom prst="triangle">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38100" indent="0" algn="l" defTabSz="863600" rtl="0" fontAlgn="auto" latinLnBrk="0" hangingPunct="0">
              <a:lnSpc>
                <a:spcPct val="30000"/>
              </a:lnSpc>
              <a:spcBef>
                <a:spcPts val="0"/>
              </a:spcBef>
              <a:spcAft>
                <a:spcPts val="0"/>
              </a:spcAft>
              <a:buClrTx/>
              <a:buSzTx/>
              <a:buFontTx/>
              <a:buNone/>
              <a:tabLst/>
            </a:pPr>
            <a:endParaRPr lang="en-US" sz="4000" b="1" i="0" u="none" strike="noStrike" cap="none" spc="0" normalizeH="0" baseline="0">
              <a:ln>
                <a:noFill/>
              </a:ln>
              <a:solidFill>
                <a:srgbClr val="000000"/>
              </a:solidFill>
              <a:effectLst/>
              <a:uFill>
                <a:solidFill>
                  <a:srgbClr val="3A88FE"/>
                </a:solidFill>
              </a:uFill>
              <a:latin typeface="Futura Maxi Book"/>
              <a:ea typeface="Futura Maxi Book"/>
              <a:cs typeface="Futura Maxi Book"/>
            </a:endParaRPr>
          </a:p>
        </p:txBody>
      </p:sp>
      <p:sp>
        <p:nvSpPr>
          <p:cNvPr id="52" name="TextBox 51">
            <a:extLst>
              <a:ext uri="{FF2B5EF4-FFF2-40B4-BE49-F238E27FC236}">
                <a16:creationId xmlns:a16="http://schemas.microsoft.com/office/drawing/2014/main" id="{2AFE5AE2-D47B-FF06-0301-AB8A7784F5DB}"/>
              </a:ext>
            </a:extLst>
          </p:cNvPr>
          <p:cNvSpPr txBox="1"/>
          <p:nvPr/>
        </p:nvSpPr>
        <p:spPr>
          <a:xfrm>
            <a:off x="9498305" y="6879867"/>
            <a:ext cx="2315700"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400">
                <a:latin typeface="Open Sans Light"/>
                <a:ea typeface="Open Sans Light"/>
                <a:cs typeface="Open Sans Light"/>
              </a:rPr>
              <a:t>Non-Residential</a:t>
            </a:r>
            <a:endParaRPr lang="en-US"/>
          </a:p>
        </p:txBody>
      </p:sp>
      <p:sp>
        <p:nvSpPr>
          <p:cNvPr id="16" name="Triangle 16">
            <a:extLst>
              <a:ext uri="{FF2B5EF4-FFF2-40B4-BE49-F238E27FC236}">
                <a16:creationId xmlns:a16="http://schemas.microsoft.com/office/drawing/2014/main" id="{3B15A677-750A-67AE-2309-EB9664157F2F}"/>
              </a:ext>
            </a:extLst>
          </p:cNvPr>
          <p:cNvSpPr/>
          <p:nvPr/>
        </p:nvSpPr>
        <p:spPr>
          <a:xfrm rot="5400000">
            <a:off x="4402198" y="7011856"/>
            <a:ext cx="314514" cy="312719"/>
          </a:xfrm>
          <a:prstGeom prst="triangle">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38100" indent="0" algn="l" defTabSz="863600" rtl="0" fontAlgn="auto" latinLnBrk="0" hangingPunct="0">
              <a:lnSpc>
                <a:spcPct val="30000"/>
              </a:lnSpc>
              <a:spcBef>
                <a:spcPts val="0"/>
              </a:spcBef>
              <a:spcAft>
                <a:spcPts val="0"/>
              </a:spcAft>
              <a:buClrTx/>
              <a:buSzTx/>
              <a:buFontTx/>
              <a:buNone/>
              <a:tabLst/>
            </a:pPr>
            <a:endParaRPr lang="en-US" sz="4000" b="1" i="0" u="none" strike="noStrike" cap="none" spc="0" normalizeH="0" baseline="0">
              <a:ln>
                <a:noFill/>
              </a:ln>
              <a:solidFill>
                <a:srgbClr val="000000"/>
              </a:solidFill>
              <a:effectLst/>
              <a:uFill>
                <a:solidFill>
                  <a:srgbClr val="3A88FE"/>
                </a:solidFill>
              </a:uFill>
              <a:latin typeface="Futura Maxi Book"/>
              <a:ea typeface="Futura Maxi Book"/>
              <a:cs typeface="Futura Maxi Book"/>
            </a:endParaRPr>
          </a:p>
        </p:txBody>
      </p:sp>
      <p:sp>
        <p:nvSpPr>
          <p:cNvPr id="6" name="Triangle 16">
            <a:extLst>
              <a:ext uri="{FF2B5EF4-FFF2-40B4-BE49-F238E27FC236}">
                <a16:creationId xmlns:a16="http://schemas.microsoft.com/office/drawing/2014/main" id="{93E26451-B2B3-1A3E-E404-9BB374B742BC}"/>
              </a:ext>
            </a:extLst>
          </p:cNvPr>
          <p:cNvSpPr/>
          <p:nvPr/>
        </p:nvSpPr>
        <p:spPr>
          <a:xfrm rot="5400000">
            <a:off x="13910012" y="5978656"/>
            <a:ext cx="314514" cy="312719"/>
          </a:xfrm>
          <a:prstGeom prst="triangle">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38100" indent="0" algn="l" defTabSz="863600" rtl="0" fontAlgn="auto" latinLnBrk="0" hangingPunct="0">
              <a:lnSpc>
                <a:spcPct val="30000"/>
              </a:lnSpc>
              <a:spcBef>
                <a:spcPts val="0"/>
              </a:spcBef>
              <a:spcAft>
                <a:spcPts val="0"/>
              </a:spcAft>
              <a:buClrTx/>
              <a:buSzTx/>
              <a:buFontTx/>
              <a:buNone/>
              <a:tabLst/>
            </a:pPr>
            <a:endParaRPr lang="en-US" sz="4000" b="1" i="0" u="none" strike="noStrike" cap="none" spc="0" normalizeH="0" baseline="0">
              <a:ln>
                <a:noFill/>
              </a:ln>
              <a:solidFill>
                <a:srgbClr val="000000"/>
              </a:solidFill>
              <a:effectLst/>
              <a:uFill>
                <a:solidFill>
                  <a:srgbClr val="3A88FE"/>
                </a:solidFill>
              </a:uFill>
              <a:latin typeface="Futura Maxi Book"/>
              <a:ea typeface="Futura Maxi Book"/>
              <a:cs typeface="Futura Maxi Book"/>
            </a:endParaRPr>
          </a:p>
        </p:txBody>
      </p:sp>
      <p:sp>
        <p:nvSpPr>
          <p:cNvPr id="20" name="Triangle 16">
            <a:extLst>
              <a:ext uri="{FF2B5EF4-FFF2-40B4-BE49-F238E27FC236}">
                <a16:creationId xmlns:a16="http://schemas.microsoft.com/office/drawing/2014/main" id="{30370100-E0D0-8981-9F3E-42EDAFCB7E9B}"/>
              </a:ext>
            </a:extLst>
          </p:cNvPr>
          <p:cNvSpPr/>
          <p:nvPr/>
        </p:nvSpPr>
        <p:spPr>
          <a:xfrm rot="5400000">
            <a:off x="2600469" y="10410284"/>
            <a:ext cx="314514" cy="312719"/>
          </a:xfrm>
          <a:prstGeom prst="triangle">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38100" indent="0" algn="l" defTabSz="863600" rtl="0" fontAlgn="auto" latinLnBrk="0" hangingPunct="0">
              <a:lnSpc>
                <a:spcPct val="30000"/>
              </a:lnSpc>
              <a:spcBef>
                <a:spcPts val="0"/>
              </a:spcBef>
              <a:spcAft>
                <a:spcPts val="0"/>
              </a:spcAft>
              <a:buClrTx/>
              <a:buSzTx/>
              <a:buFontTx/>
              <a:buNone/>
              <a:tabLst/>
            </a:pPr>
            <a:endParaRPr lang="en-US" sz="4000" b="1" i="0" u="none" strike="noStrike" cap="none" spc="0" normalizeH="0" baseline="0">
              <a:ln>
                <a:noFill/>
              </a:ln>
              <a:solidFill>
                <a:srgbClr val="000000"/>
              </a:solidFill>
              <a:effectLst/>
              <a:uFill>
                <a:solidFill>
                  <a:srgbClr val="3A88FE"/>
                </a:solidFill>
              </a:uFill>
              <a:latin typeface="Futura Maxi Book"/>
              <a:ea typeface="Futura Maxi Book"/>
              <a:cs typeface="Futura Maxi Book"/>
            </a:endParaRPr>
          </a:p>
        </p:txBody>
      </p:sp>
      <p:sp>
        <p:nvSpPr>
          <p:cNvPr id="22" name="TextBox 21">
            <a:extLst>
              <a:ext uri="{FF2B5EF4-FFF2-40B4-BE49-F238E27FC236}">
                <a16:creationId xmlns:a16="http://schemas.microsoft.com/office/drawing/2014/main" id="{EBC26697-46BD-B3CC-08EA-0C82DDF07C2C}"/>
              </a:ext>
            </a:extLst>
          </p:cNvPr>
          <p:cNvSpPr txBox="1"/>
          <p:nvPr/>
        </p:nvSpPr>
        <p:spPr>
          <a:xfrm>
            <a:off x="7342741" y="6698532"/>
            <a:ext cx="2990335" cy="9889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R="0" algn="l" defTabSz="825500" rtl="0" fontAlgn="auto" latinLnBrk="0" hangingPunct="0">
              <a:lnSpc>
                <a:spcPct val="90000"/>
              </a:lnSpc>
              <a:spcBef>
                <a:spcPts val="0"/>
              </a:spcBef>
              <a:spcAft>
                <a:spcPts val="0"/>
              </a:spcAft>
              <a:buClrTx/>
              <a:buSzTx/>
              <a:tabLst/>
            </a:pPr>
            <a:r>
              <a:rPr lang="en-US" sz="6400">
                <a:latin typeface="Lexend ExtraLight"/>
              </a:rPr>
              <a:t>45%</a:t>
            </a:r>
            <a:endParaRPr kumimoji="0" lang="en-US" sz="6400" u="none" strike="noStrike" cap="none" spc="0" normalizeH="0" baseline="0">
              <a:ln>
                <a:noFill/>
              </a:ln>
              <a:effectLst/>
              <a:uFillTx/>
              <a:latin typeface="Lexend ExtraLight" pitchFamily="2" charset="77"/>
              <a:sym typeface="Open Sans"/>
            </a:endParaRPr>
          </a:p>
        </p:txBody>
      </p:sp>
      <p:sp>
        <p:nvSpPr>
          <p:cNvPr id="23" name="TextBox 22">
            <a:extLst>
              <a:ext uri="{FF2B5EF4-FFF2-40B4-BE49-F238E27FC236}">
                <a16:creationId xmlns:a16="http://schemas.microsoft.com/office/drawing/2014/main" id="{FB7110EE-64C0-1FEE-7759-E7D32CDAAA23}"/>
              </a:ext>
            </a:extLst>
          </p:cNvPr>
          <p:cNvSpPr txBox="1"/>
          <p:nvPr/>
        </p:nvSpPr>
        <p:spPr>
          <a:xfrm>
            <a:off x="7372776" y="5688239"/>
            <a:ext cx="2990335" cy="9889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R="0" algn="l" defTabSz="825500" rtl="0" fontAlgn="auto" latinLnBrk="0" hangingPunct="0">
              <a:lnSpc>
                <a:spcPct val="90000"/>
              </a:lnSpc>
              <a:spcBef>
                <a:spcPts val="0"/>
              </a:spcBef>
              <a:spcAft>
                <a:spcPts val="0"/>
              </a:spcAft>
              <a:buClrTx/>
              <a:buSzTx/>
              <a:tabLst/>
            </a:pPr>
            <a:r>
              <a:rPr lang="en-US" sz="6400">
                <a:latin typeface="Lexend ExtraLight"/>
              </a:rPr>
              <a:t>55%</a:t>
            </a:r>
            <a:endParaRPr kumimoji="0" lang="en-US" sz="6400" u="none" strike="noStrike" cap="none" spc="0" normalizeH="0" baseline="0">
              <a:ln>
                <a:noFill/>
              </a:ln>
              <a:effectLst/>
              <a:uFillTx/>
              <a:latin typeface="Lexend ExtraLight" pitchFamily="2" charset="77"/>
              <a:sym typeface="Open Sans"/>
            </a:endParaRPr>
          </a:p>
        </p:txBody>
      </p:sp>
      <p:sp>
        <p:nvSpPr>
          <p:cNvPr id="24" name="TextBox 23">
            <a:extLst>
              <a:ext uri="{FF2B5EF4-FFF2-40B4-BE49-F238E27FC236}">
                <a16:creationId xmlns:a16="http://schemas.microsoft.com/office/drawing/2014/main" id="{80520784-758D-9E75-D266-DDE376B93D6C}"/>
              </a:ext>
            </a:extLst>
          </p:cNvPr>
          <p:cNvSpPr txBox="1"/>
          <p:nvPr/>
        </p:nvSpPr>
        <p:spPr>
          <a:xfrm>
            <a:off x="7390007" y="5164294"/>
            <a:ext cx="1817075"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400">
                <a:latin typeface="Open Sans Light"/>
                <a:ea typeface="Open Sans Light"/>
                <a:cs typeface="Open Sans Light"/>
              </a:rPr>
              <a:t>2025</a:t>
            </a:r>
          </a:p>
        </p:txBody>
      </p:sp>
      <p:sp>
        <p:nvSpPr>
          <p:cNvPr id="26" name="Triangle 16">
            <a:extLst>
              <a:ext uri="{FF2B5EF4-FFF2-40B4-BE49-F238E27FC236}">
                <a16:creationId xmlns:a16="http://schemas.microsoft.com/office/drawing/2014/main" id="{5F3D9382-BB93-D4B7-CA72-654918B64D95}"/>
              </a:ext>
            </a:extLst>
          </p:cNvPr>
          <p:cNvSpPr/>
          <p:nvPr/>
        </p:nvSpPr>
        <p:spPr>
          <a:xfrm rot="5400000">
            <a:off x="6844646" y="5999599"/>
            <a:ext cx="314514" cy="312719"/>
          </a:xfrm>
          <a:prstGeom prst="triangle">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38100" indent="0" algn="l" defTabSz="863600" rtl="0" fontAlgn="auto" latinLnBrk="0" hangingPunct="0">
              <a:lnSpc>
                <a:spcPct val="30000"/>
              </a:lnSpc>
              <a:spcBef>
                <a:spcPts val="0"/>
              </a:spcBef>
              <a:spcAft>
                <a:spcPts val="0"/>
              </a:spcAft>
              <a:buClrTx/>
              <a:buSzTx/>
              <a:buFontTx/>
              <a:buNone/>
              <a:tabLst/>
            </a:pPr>
            <a:endParaRPr lang="en-US" sz="4000" b="1" i="0" u="none" strike="noStrike" cap="none" spc="0" normalizeH="0" baseline="0">
              <a:ln>
                <a:noFill/>
              </a:ln>
              <a:solidFill>
                <a:srgbClr val="000000"/>
              </a:solidFill>
              <a:effectLst/>
              <a:uFill>
                <a:solidFill>
                  <a:srgbClr val="3A88FE"/>
                </a:solidFill>
              </a:uFill>
              <a:latin typeface="Futura Maxi Book"/>
              <a:ea typeface="Futura Maxi Book"/>
              <a:cs typeface="Futura Maxi Book"/>
            </a:endParaRPr>
          </a:p>
        </p:txBody>
      </p:sp>
      <p:sp>
        <p:nvSpPr>
          <p:cNvPr id="27" name="Triangle 16">
            <a:extLst>
              <a:ext uri="{FF2B5EF4-FFF2-40B4-BE49-F238E27FC236}">
                <a16:creationId xmlns:a16="http://schemas.microsoft.com/office/drawing/2014/main" id="{FC925641-3E10-DFF6-558E-23403103045D}"/>
              </a:ext>
            </a:extLst>
          </p:cNvPr>
          <p:cNvSpPr/>
          <p:nvPr/>
        </p:nvSpPr>
        <p:spPr>
          <a:xfrm rot="5400000">
            <a:off x="6845937" y="7031195"/>
            <a:ext cx="314514" cy="312719"/>
          </a:xfrm>
          <a:prstGeom prst="triangle">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38100" indent="0" algn="l" defTabSz="863600" rtl="0" fontAlgn="auto" latinLnBrk="0" hangingPunct="0">
              <a:lnSpc>
                <a:spcPct val="30000"/>
              </a:lnSpc>
              <a:spcBef>
                <a:spcPts val="0"/>
              </a:spcBef>
              <a:spcAft>
                <a:spcPts val="0"/>
              </a:spcAft>
              <a:buClrTx/>
              <a:buSzTx/>
              <a:buFontTx/>
              <a:buNone/>
              <a:tabLst/>
            </a:pPr>
            <a:endParaRPr lang="en-US" sz="4000" b="1" i="0" u="none" strike="noStrike" cap="none" spc="0" normalizeH="0" baseline="0">
              <a:ln>
                <a:noFill/>
              </a:ln>
              <a:solidFill>
                <a:srgbClr val="000000"/>
              </a:solidFill>
              <a:effectLst/>
              <a:uFill>
                <a:solidFill>
                  <a:srgbClr val="3A88FE"/>
                </a:solidFill>
              </a:uFill>
              <a:latin typeface="Futura Maxi Book"/>
              <a:ea typeface="Futura Maxi Book"/>
              <a:cs typeface="Futura Maxi Book"/>
            </a:endParaRPr>
          </a:p>
        </p:txBody>
      </p:sp>
      <p:sp>
        <p:nvSpPr>
          <p:cNvPr id="33" name="TextBox 32">
            <a:extLst>
              <a:ext uri="{FF2B5EF4-FFF2-40B4-BE49-F238E27FC236}">
                <a16:creationId xmlns:a16="http://schemas.microsoft.com/office/drawing/2014/main" id="{8A179173-DE37-1B46-B23B-B469339B4FC7}"/>
              </a:ext>
            </a:extLst>
          </p:cNvPr>
          <p:cNvSpPr txBox="1"/>
          <p:nvPr/>
        </p:nvSpPr>
        <p:spPr>
          <a:xfrm>
            <a:off x="17051159" y="6694281"/>
            <a:ext cx="2990335" cy="9889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R="0" algn="l" defTabSz="825500" rtl="0" fontAlgn="auto" latinLnBrk="0" hangingPunct="0">
              <a:lnSpc>
                <a:spcPct val="90000"/>
              </a:lnSpc>
              <a:spcBef>
                <a:spcPts val="0"/>
              </a:spcBef>
              <a:spcAft>
                <a:spcPts val="0"/>
              </a:spcAft>
              <a:buClrTx/>
              <a:buSzTx/>
              <a:tabLst/>
            </a:pPr>
            <a:r>
              <a:rPr lang="en-US" sz="6400">
                <a:latin typeface="Lexend ExtraLight"/>
              </a:rPr>
              <a:t>2%</a:t>
            </a:r>
            <a:endParaRPr kumimoji="0" lang="en-US" sz="6400" u="none" strike="noStrike" cap="none" spc="0" normalizeH="0" baseline="0">
              <a:ln>
                <a:noFill/>
              </a:ln>
              <a:effectLst/>
              <a:uFillTx/>
              <a:latin typeface="Lexend ExtraLight" pitchFamily="2" charset="77"/>
              <a:sym typeface="Open Sans"/>
            </a:endParaRPr>
          </a:p>
        </p:txBody>
      </p:sp>
      <p:sp>
        <p:nvSpPr>
          <p:cNvPr id="34" name="TextBox 33">
            <a:extLst>
              <a:ext uri="{FF2B5EF4-FFF2-40B4-BE49-F238E27FC236}">
                <a16:creationId xmlns:a16="http://schemas.microsoft.com/office/drawing/2014/main" id="{DE6AE6EE-6255-375B-2047-812B263ED2D9}"/>
              </a:ext>
            </a:extLst>
          </p:cNvPr>
          <p:cNvSpPr txBox="1"/>
          <p:nvPr/>
        </p:nvSpPr>
        <p:spPr>
          <a:xfrm>
            <a:off x="17081194" y="5683988"/>
            <a:ext cx="2990335" cy="9889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R="0" algn="l" defTabSz="825500" rtl="0" fontAlgn="auto" latinLnBrk="0" hangingPunct="0">
              <a:lnSpc>
                <a:spcPct val="90000"/>
              </a:lnSpc>
              <a:spcBef>
                <a:spcPts val="0"/>
              </a:spcBef>
              <a:spcAft>
                <a:spcPts val="0"/>
              </a:spcAft>
              <a:buClrTx/>
              <a:buSzTx/>
              <a:tabLst/>
            </a:pPr>
            <a:r>
              <a:rPr lang="en-US" sz="6400">
                <a:latin typeface="Lexend ExtraLight"/>
              </a:rPr>
              <a:t>59%</a:t>
            </a:r>
            <a:endParaRPr kumimoji="0" lang="en-US" sz="6400" u="none" strike="noStrike" cap="none" spc="0" normalizeH="0" baseline="0">
              <a:ln>
                <a:noFill/>
              </a:ln>
              <a:effectLst/>
              <a:uFillTx/>
              <a:latin typeface="Lexend ExtraLight" pitchFamily="2" charset="77"/>
              <a:sym typeface="Open Sans"/>
            </a:endParaRPr>
          </a:p>
        </p:txBody>
      </p:sp>
      <p:sp>
        <p:nvSpPr>
          <p:cNvPr id="35" name="TextBox 34">
            <a:extLst>
              <a:ext uri="{FF2B5EF4-FFF2-40B4-BE49-F238E27FC236}">
                <a16:creationId xmlns:a16="http://schemas.microsoft.com/office/drawing/2014/main" id="{91272275-8419-2007-C6E7-B955C6D96158}"/>
              </a:ext>
            </a:extLst>
          </p:cNvPr>
          <p:cNvSpPr txBox="1"/>
          <p:nvPr/>
        </p:nvSpPr>
        <p:spPr>
          <a:xfrm>
            <a:off x="17098425" y="5160043"/>
            <a:ext cx="1817075"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400">
                <a:latin typeface="Open Sans Light"/>
                <a:ea typeface="Open Sans Light"/>
                <a:cs typeface="Open Sans Light"/>
              </a:rPr>
              <a:t>2025</a:t>
            </a:r>
          </a:p>
        </p:txBody>
      </p:sp>
      <p:sp>
        <p:nvSpPr>
          <p:cNvPr id="36" name="Triangle 16">
            <a:extLst>
              <a:ext uri="{FF2B5EF4-FFF2-40B4-BE49-F238E27FC236}">
                <a16:creationId xmlns:a16="http://schemas.microsoft.com/office/drawing/2014/main" id="{6C540D8E-C3FB-9EFD-4011-BAABF7E48443}"/>
              </a:ext>
            </a:extLst>
          </p:cNvPr>
          <p:cNvSpPr/>
          <p:nvPr/>
        </p:nvSpPr>
        <p:spPr>
          <a:xfrm rot="5400000">
            <a:off x="16426064" y="5995348"/>
            <a:ext cx="314514" cy="312719"/>
          </a:xfrm>
          <a:prstGeom prst="triangle">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38100" indent="0" algn="l" defTabSz="863600" rtl="0" fontAlgn="auto" latinLnBrk="0" hangingPunct="0">
              <a:lnSpc>
                <a:spcPct val="30000"/>
              </a:lnSpc>
              <a:spcBef>
                <a:spcPts val="0"/>
              </a:spcBef>
              <a:spcAft>
                <a:spcPts val="0"/>
              </a:spcAft>
              <a:buClrTx/>
              <a:buSzTx/>
              <a:buFontTx/>
              <a:buNone/>
              <a:tabLst/>
            </a:pPr>
            <a:endParaRPr lang="en-US" sz="4000" b="1" i="0" u="none" strike="noStrike" cap="none" spc="0" normalizeH="0" baseline="0">
              <a:ln>
                <a:noFill/>
              </a:ln>
              <a:solidFill>
                <a:srgbClr val="000000"/>
              </a:solidFill>
              <a:effectLst/>
              <a:uFill>
                <a:solidFill>
                  <a:srgbClr val="3A88FE"/>
                </a:solidFill>
              </a:uFill>
              <a:latin typeface="Futura Maxi Book"/>
              <a:ea typeface="Futura Maxi Book"/>
              <a:cs typeface="Futura Maxi Book"/>
            </a:endParaRPr>
          </a:p>
        </p:txBody>
      </p:sp>
      <p:sp>
        <p:nvSpPr>
          <p:cNvPr id="37" name="Triangle 16">
            <a:extLst>
              <a:ext uri="{FF2B5EF4-FFF2-40B4-BE49-F238E27FC236}">
                <a16:creationId xmlns:a16="http://schemas.microsoft.com/office/drawing/2014/main" id="{6A6127C5-17CF-4346-EB56-FC0E7A5259A0}"/>
              </a:ext>
            </a:extLst>
          </p:cNvPr>
          <p:cNvSpPr/>
          <p:nvPr/>
        </p:nvSpPr>
        <p:spPr>
          <a:xfrm rot="5400000">
            <a:off x="16427355" y="7026944"/>
            <a:ext cx="314514" cy="312719"/>
          </a:xfrm>
          <a:prstGeom prst="triangle">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38100" indent="0" algn="l" defTabSz="863600" rtl="0" fontAlgn="auto" latinLnBrk="0" hangingPunct="0">
              <a:lnSpc>
                <a:spcPct val="30000"/>
              </a:lnSpc>
              <a:spcBef>
                <a:spcPts val="0"/>
              </a:spcBef>
              <a:spcAft>
                <a:spcPts val="0"/>
              </a:spcAft>
              <a:buClrTx/>
              <a:buSzTx/>
              <a:buFontTx/>
              <a:buNone/>
              <a:tabLst/>
            </a:pPr>
            <a:endParaRPr lang="en-US" sz="4000" b="1" i="0" u="none" strike="noStrike" cap="none" spc="0" normalizeH="0" baseline="0">
              <a:ln>
                <a:noFill/>
              </a:ln>
              <a:solidFill>
                <a:srgbClr val="000000"/>
              </a:solidFill>
              <a:effectLst/>
              <a:uFill>
                <a:solidFill>
                  <a:srgbClr val="3A88FE"/>
                </a:solidFill>
              </a:uFill>
              <a:latin typeface="Futura Maxi Book"/>
              <a:ea typeface="Futura Maxi Book"/>
              <a:cs typeface="Futura Maxi Book"/>
            </a:endParaRPr>
          </a:p>
        </p:txBody>
      </p:sp>
      <p:sp>
        <p:nvSpPr>
          <p:cNvPr id="38" name="TextBox 37">
            <a:extLst>
              <a:ext uri="{FF2B5EF4-FFF2-40B4-BE49-F238E27FC236}">
                <a16:creationId xmlns:a16="http://schemas.microsoft.com/office/drawing/2014/main" id="{CA51FC0C-9A3E-87FC-DFF5-F4F008F0792E}"/>
              </a:ext>
            </a:extLst>
          </p:cNvPr>
          <p:cNvSpPr txBox="1"/>
          <p:nvPr/>
        </p:nvSpPr>
        <p:spPr>
          <a:xfrm>
            <a:off x="3355949" y="10130228"/>
            <a:ext cx="2990335" cy="9889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R="0" algn="l" defTabSz="825500" rtl="0" fontAlgn="auto" latinLnBrk="0" hangingPunct="0">
              <a:lnSpc>
                <a:spcPct val="90000"/>
              </a:lnSpc>
              <a:spcBef>
                <a:spcPts val="0"/>
              </a:spcBef>
              <a:spcAft>
                <a:spcPts val="0"/>
              </a:spcAft>
              <a:buClrTx/>
              <a:buSzTx/>
              <a:tabLst/>
            </a:pPr>
            <a:r>
              <a:rPr lang="en-US" sz="6400">
                <a:solidFill>
                  <a:schemeClr val="tx1"/>
                </a:solidFill>
                <a:latin typeface="Lexend ExtraLight"/>
              </a:rPr>
              <a:t>61%</a:t>
            </a:r>
            <a:endParaRPr lang="en-US" sz="6400" u="none" strike="noStrike" cap="none" spc="0" normalizeH="0" baseline="0">
              <a:ln>
                <a:noFill/>
              </a:ln>
              <a:solidFill>
                <a:schemeClr val="tx1"/>
              </a:solidFill>
              <a:effectLst/>
              <a:uFillTx/>
              <a:latin typeface="Lexend ExtraLight" pitchFamily="2" charset="77"/>
            </a:endParaRPr>
          </a:p>
        </p:txBody>
      </p:sp>
      <p:sp>
        <p:nvSpPr>
          <p:cNvPr id="47" name="Triangle 16">
            <a:extLst>
              <a:ext uri="{FF2B5EF4-FFF2-40B4-BE49-F238E27FC236}">
                <a16:creationId xmlns:a16="http://schemas.microsoft.com/office/drawing/2014/main" id="{45C5C3C3-C95E-BEAC-B812-B0DCFB34CD5B}"/>
              </a:ext>
            </a:extLst>
          </p:cNvPr>
          <p:cNvSpPr/>
          <p:nvPr/>
        </p:nvSpPr>
        <p:spPr>
          <a:xfrm rot="5400000">
            <a:off x="5380743" y="10390010"/>
            <a:ext cx="314514" cy="312719"/>
          </a:xfrm>
          <a:prstGeom prst="triangle">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38100" indent="0" algn="l" defTabSz="863600" rtl="0" fontAlgn="auto" latinLnBrk="0" hangingPunct="0">
              <a:lnSpc>
                <a:spcPct val="30000"/>
              </a:lnSpc>
              <a:spcBef>
                <a:spcPts val="0"/>
              </a:spcBef>
              <a:spcAft>
                <a:spcPts val="0"/>
              </a:spcAft>
              <a:buClrTx/>
              <a:buSzTx/>
              <a:buFontTx/>
              <a:buNone/>
              <a:tabLst/>
            </a:pPr>
            <a:endParaRPr lang="en-US" sz="4000" b="1" i="0" u="none" strike="noStrike" cap="none" spc="0" normalizeH="0" baseline="0">
              <a:ln>
                <a:noFill/>
              </a:ln>
              <a:solidFill>
                <a:srgbClr val="000000"/>
              </a:solidFill>
              <a:effectLst/>
              <a:uFill>
                <a:solidFill>
                  <a:srgbClr val="3A88FE"/>
                </a:solidFill>
              </a:uFill>
              <a:latin typeface="Futura Maxi Book"/>
              <a:ea typeface="Futura Maxi Book"/>
              <a:cs typeface="Futura Maxi Book"/>
            </a:endParaRPr>
          </a:p>
        </p:txBody>
      </p:sp>
      <p:sp>
        <p:nvSpPr>
          <p:cNvPr id="50" name="TextBox 49">
            <a:extLst>
              <a:ext uri="{FF2B5EF4-FFF2-40B4-BE49-F238E27FC236}">
                <a16:creationId xmlns:a16="http://schemas.microsoft.com/office/drawing/2014/main" id="{232A41C8-E4C2-5CF7-38B9-C2A5980C7D4F}"/>
              </a:ext>
            </a:extLst>
          </p:cNvPr>
          <p:cNvSpPr txBox="1"/>
          <p:nvPr/>
        </p:nvSpPr>
        <p:spPr>
          <a:xfrm>
            <a:off x="1228737" y="9628948"/>
            <a:ext cx="1817075"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400">
                <a:latin typeface="Open Sans Light"/>
                <a:ea typeface="Open Sans Light"/>
                <a:cs typeface="Open Sans Light"/>
              </a:rPr>
              <a:t>2023</a:t>
            </a:r>
            <a:endParaRPr lang="en-US"/>
          </a:p>
        </p:txBody>
      </p:sp>
      <p:sp>
        <p:nvSpPr>
          <p:cNvPr id="53" name="TextBox 52">
            <a:extLst>
              <a:ext uri="{FF2B5EF4-FFF2-40B4-BE49-F238E27FC236}">
                <a16:creationId xmlns:a16="http://schemas.microsoft.com/office/drawing/2014/main" id="{93AB13A8-2B0B-CD8C-5D32-F317CF1CE7C4}"/>
              </a:ext>
            </a:extLst>
          </p:cNvPr>
          <p:cNvSpPr txBox="1"/>
          <p:nvPr/>
        </p:nvSpPr>
        <p:spPr>
          <a:xfrm>
            <a:off x="4061682" y="9608883"/>
            <a:ext cx="1817075"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400">
                <a:latin typeface="Open Sans Light"/>
                <a:ea typeface="Open Sans Light"/>
                <a:cs typeface="Open Sans Light"/>
              </a:rPr>
              <a:t>2024</a:t>
            </a:r>
          </a:p>
        </p:txBody>
      </p:sp>
      <p:sp>
        <p:nvSpPr>
          <p:cNvPr id="54" name="TextBox 53">
            <a:extLst>
              <a:ext uri="{FF2B5EF4-FFF2-40B4-BE49-F238E27FC236}">
                <a16:creationId xmlns:a16="http://schemas.microsoft.com/office/drawing/2014/main" id="{EB534CF4-6EB4-9BEB-2129-74AC80588737}"/>
              </a:ext>
            </a:extLst>
          </p:cNvPr>
          <p:cNvSpPr txBox="1"/>
          <p:nvPr/>
        </p:nvSpPr>
        <p:spPr>
          <a:xfrm>
            <a:off x="6480021" y="9628222"/>
            <a:ext cx="1817075"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400">
                <a:latin typeface="Open Sans Light"/>
                <a:ea typeface="Open Sans Light"/>
                <a:cs typeface="Open Sans Light"/>
              </a:rPr>
              <a:t>2025</a:t>
            </a:r>
          </a:p>
        </p:txBody>
      </p:sp>
    </p:spTree>
    <p:extLst>
      <p:ext uri="{BB962C8B-B14F-4D97-AF65-F5344CB8AC3E}">
        <p14:creationId xmlns:p14="http://schemas.microsoft.com/office/powerpoint/2010/main" val="249098251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7E4E-E9CB-47ED-9FB3-D25E461BE8D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B4DC97E-70E9-14E1-BF7F-9DDB718A579B}"/>
              </a:ext>
            </a:extLst>
          </p:cNvPr>
          <p:cNvSpPr>
            <a:spLocks noGrp="1"/>
          </p:cNvSpPr>
          <p:nvPr>
            <p:ph type="body" sz="quarter" idx="41"/>
          </p:nvPr>
        </p:nvSpPr>
        <p:spPr/>
        <p:txBody>
          <a:bodyPr/>
          <a:lstStyle/>
          <a:p>
            <a:r>
              <a:rPr lang="en-US"/>
              <a:t>DATA AND EXPERIENCE ANALYSIS</a:t>
            </a:r>
          </a:p>
        </p:txBody>
      </p:sp>
      <p:sp>
        <p:nvSpPr>
          <p:cNvPr id="7" name="TextBox 6">
            <a:extLst>
              <a:ext uri="{FF2B5EF4-FFF2-40B4-BE49-F238E27FC236}">
                <a16:creationId xmlns:a16="http://schemas.microsoft.com/office/drawing/2014/main" id="{5FF18604-CAAA-548A-924A-085EC6D52C1A}"/>
              </a:ext>
            </a:extLst>
          </p:cNvPr>
          <p:cNvSpPr txBox="1"/>
          <p:nvPr/>
        </p:nvSpPr>
        <p:spPr>
          <a:xfrm>
            <a:off x="969629" y="8622028"/>
            <a:ext cx="5180764" cy="1349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a:lnSpc>
                <a:spcPct val="90000"/>
              </a:lnSpc>
            </a:pPr>
            <a:r>
              <a:rPr lang="en-US" sz="9000">
                <a:latin typeface="Lexend ExtraLight"/>
              </a:rPr>
              <a:t>107k</a:t>
            </a:r>
            <a:r>
              <a:rPr lang="en-US" sz="2000">
                <a:latin typeface="Lexend ExtraLight" pitchFamily="2" charset="77"/>
              </a:rPr>
              <a:t>  users</a:t>
            </a:r>
          </a:p>
        </p:txBody>
      </p:sp>
      <p:sp>
        <p:nvSpPr>
          <p:cNvPr id="8" name="TextBox 7">
            <a:extLst>
              <a:ext uri="{FF2B5EF4-FFF2-40B4-BE49-F238E27FC236}">
                <a16:creationId xmlns:a16="http://schemas.microsoft.com/office/drawing/2014/main" id="{C640A0E3-8DAD-0A85-02D6-8CC346DD70F4}"/>
              </a:ext>
            </a:extLst>
          </p:cNvPr>
          <p:cNvSpPr txBox="1"/>
          <p:nvPr/>
        </p:nvSpPr>
        <p:spPr>
          <a:xfrm>
            <a:off x="1143000" y="7959757"/>
            <a:ext cx="3874478"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noAutofit/>
          </a:bodyPr>
          <a:lstStyle/>
          <a:p>
            <a:r>
              <a:rPr lang="en-US" sz="2200">
                <a:latin typeface="Open Sans Light" panose="020B0306030504020204" pitchFamily="34" charset="0"/>
                <a:ea typeface="Open Sans Light" panose="020B0306030504020204" pitchFamily="34" charset="0"/>
                <a:cs typeface="Open Sans Light" panose="020B0306030504020204" pitchFamily="34" charset="0"/>
              </a:rPr>
              <a:t>Homepage Global Nav</a:t>
            </a:r>
          </a:p>
        </p:txBody>
      </p:sp>
      <p:sp>
        <p:nvSpPr>
          <p:cNvPr id="13" name="TextBox 12">
            <a:extLst>
              <a:ext uri="{FF2B5EF4-FFF2-40B4-BE49-F238E27FC236}">
                <a16:creationId xmlns:a16="http://schemas.microsoft.com/office/drawing/2014/main" id="{8975082F-1A0F-EEBE-187C-BE3805DDE476}"/>
              </a:ext>
            </a:extLst>
          </p:cNvPr>
          <p:cNvSpPr txBox="1"/>
          <p:nvPr/>
        </p:nvSpPr>
        <p:spPr>
          <a:xfrm>
            <a:off x="6337370" y="8622028"/>
            <a:ext cx="4923529" cy="16260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a:lnSpc>
                <a:spcPct val="90000"/>
              </a:lnSpc>
            </a:pPr>
            <a:r>
              <a:rPr lang="en-US" sz="9000">
                <a:latin typeface="Lexend ExtraLight"/>
              </a:rPr>
              <a:t>361k </a:t>
            </a:r>
            <a:r>
              <a:rPr lang="en-US" sz="2000">
                <a:latin typeface="Lexend ExtraLight"/>
              </a:rPr>
              <a:t>users</a:t>
            </a:r>
          </a:p>
          <a:p>
            <a:pPr>
              <a:lnSpc>
                <a:spcPct val="90000"/>
              </a:lnSpc>
            </a:pPr>
            <a:endParaRPr lang="en-US" sz="2000" u="none" strike="noStrike" cap="none" spc="0" normalizeH="0" baseline="0">
              <a:ln>
                <a:noFill/>
              </a:ln>
              <a:solidFill>
                <a:srgbClr val="000000"/>
              </a:solidFill>
              <a:effectLst/>
              <a:uFillTx/>
              <a:latin typeface="Lexend ExtraLight" pitchFamily="2" charset="77"/>
            </a:endParaRPr>
          </a:p>
        </p:txBody>
      </p:sp>
      <p:pic>
        <p:nvPicPr>
          <p:cNvPr id="5" name="Picture 4" descr="A screenshot of a computer&#10;&#10;AI-generated content may be incorrect.">
            <a:extLst>
              <a:ext uri="{FF2B5EF4-FFF2-40B4-BE49-F238E27FC236}">
                <a16:creationId xmlns:a16="http://schemas.microsoft.com/office/drawing/2014/main" id="{26F3741B-369B-27B0-D753-96D262CAD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79556" y="4619705"/>
            <a:ext cx="5119076" cy="3186930"/>
          </a:xfrm>
          <a:prstGeom prst="rect">
            <a:avLst/>
          </a:prstGeom>
          <a:effectLst>
            <a:outerShdw blurRad="127000" sx="101000" sy="101000" algn="ctr" rotWithShape="0">
              <a:prstClr val="black">
                <a:alpha val="10000"/>
              </a:prstClr>
            </a:outerShdw>
          </a:effectLst>
        </p:spPr>
      </p:pic>
      <p:pic>
        <p:nvPicPr>
          <p:cNvPr id="12" name="Picture 11" descr="A screenshot of a computer&#10;&#10;AI-generated content may be incorrect.">
            <a:extLst>
              <a:ext uri="{FF2B5EF4-FFF2-40B4-BE49-F238E27FC236}">
                <a16:creationId xmlns:a16="http://schemas.microsoft.com/office/drawing/2014/main" id="{B4DBBDDF-C163-8193-34F8-D04FC5B22D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993" y="4975344"/>
            <a:ext cx="4652014" cy="2846590"/>
          </a:xfrm>
          <a:prstGeom prst="rect">
            <a:avLst/>
          </a:prstGeom>
          <a:effectLst>
            <a:outerShdw blurRad="127000" sx="101000" sy="101000" algn="ctr" rotWithShape="0">
              <a:prstClr val="black">
                <a:alpha val="10000"/>
              </a:prstClr>
            </a:outerShdw>
          </a:effectLst>
        </p:spPr>
      </p:pic>
      <p:pic>
        <p:nvPicPr>
          <p:cNvPr id="15" name="Picture 14">
            <a:extLst>
              <a:ext uri="{FF2B5EF4-FFF2-40B4-BE49-F238E27FC236}">
                <a16:creationId xmlns:a16="http://schemas.microsoft.com/office/drawing/2014/main" id="{E46BEC9F-26DC-020C-BB89-57D75DC639F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40239" y="4411181"/>
            <a:ext cx="4652015" cy="3385126"/>
          </a:xfrm>
          <a:prstGeom prst="rect">
            <a:avLst/>
          </a:prstGeom>
          <a:effectLst>
            <a:outerShdw blurRad="127000" sx="101000" sy="101000" algn="ctr" rotWithShape="0">
              <a:prstClr val="black">
                <a:alpha val="10000"/>
              </a:prstClr>
            </a:outerShdw>
          </a:effectLst>
        </p:spPr>
      </p:pic>
      <p:pic>
        <p:nvPicPr>
          <p:cNvPr id="17" name="Picture 16" descr="A screenshot of a service&#10;&#10;AI-generated content may be incorrect.">
            <a:extLst>
              <a:ext uri="{FF2B5EF4-FFF2-40B4-BE49-F238E27FC236}">
                <a16:creationId xmlns:a16="http://schemas.microsoft.com/office/drawing/2014/main" id="{5DA36CB7-52E4-E11D-E6DA-1587E39C932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2999" y="4623107"/>
            <a:ext cx="4215692" cy="3173200"/>
          </a:xfrm>
          <a:prstGeom prst="rect">
            <a:avLst/>
          </a:prstGeom>
          <a:effectLst>
            <a:outerShdw blurRad="127000" sx="101000" sy="101000" algn="ctr" rotWithShape="0">
              <a:prstClr val="black">
                <a:alpha val="10000"/>
              </a:prstClr>
            </a:outerShdw>
          </a:effectLst>
        </p:spPr>
      </p:pic>
      <p:pic>
        <p:nvPicPr>
          <p:cNvPr id="21" name="Picture 20" descr="A screenshot of a computer&#10;&#10;AI-generated content may be incorrect.">
            <a:extLst>
              <a:ext uri="{FF2B5EF4-FFF2-40B4-BE49-F238E27FC236}">
                <a16:creationId xmlns:a16="http://schemas.microsoft.com/office/drawing/2014/main" id="{9C6FF86D-969D-D05D-2826-1563EE58AE88}"/>
              </a:ext>
            </a:extLst>
          </p:cNvPr>
          <p:cNvPicPr>
            <a:picLocks noChangeAspect="1"/>
          </p:cNvPicPr>
          <p:nvPr/>
        </p:nvPicPr>
        <p:blipFill>
          <a:blip r:embed="rId7" cstate="print">
            <a:extLst>
              <a:ext uri="{28A0092B-C50C-407E-A947-70E740481C1C}">
                <a14:useLocalDpi xmlns:a14="http://schemas.microsoft.com/office/drawing/2010/main" val="0"/>
              </a:ext>
            </a:extLst>
          </a:blip>
          <a:srcRect r="31119" b="54863"/>
          <a:stretch/>
        </p:blipFill>
        <p:spPr>
          <a:xfrm>
            <a:off x="1143000" y="4135558"/>
            <a:ext cx="4215692" cy="1374779"/>
          </a:xfrm>
          <a:prstGeom prst="rect">
            <a:avLst/>
          </a:prstGeom>
          <a:effectLst>
            <a:outerShdw blurRad="127000" sx="101000" sy="101000" algn="ctr" rotWithShape="0">
              <a:prstClr val="black">
                <a:alpha val="10000"/>
              </a:prstClr>
            </a:outerShdw>
          </a:effectLst>
        </p:spPr>
      </p:pic>
      <p:sp>
        <p:nvSpPr>
          <p:cNvPr id="4" name="TextBox 3">
            <a:extLst>
              <a:ext uri="{FF2B5EF4-FFF2-40B4-BE49-F238E27FC236}">
                <a16:creationId xmlns:a16="http://schemas.microsoft.com/office/drawing/2014/main" id="{33E12100-ABD0-4EBB-CD5E-B65D612944DA}"/>
              </a:ext>
            </a:extLst>
          </p:cNvPr>
          <p:cNvSpPr txBox="1"/>
          <p:nvPr/>
        </p:nvSpPr>
        <p:spPr>
          <a:xfrm>
            <a:off x="1140167" y="1520339"/>
            <a:ext cx="16323252" cy="13213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t" anchorCtr="0" forceAA="0" compatLnSpc="1">
            <a:prstTxWarp prst="textNoShape">
              <a:avLst/>
            </a:prstTxWarp>
            <a:spAutoFit/>
          </a:bodyPr>
          <a:lstStyle/>
          <a:p>
            <a:pPr>
              <a:lnSpc>
                <a:spcPct val="90000"/>
              </a:lnSpc>
            </a:pPr>
            <a:r>
              <a:rPr lang="en-US" sz="4400" b="1">
                <a:latin typeface="Lexend"/>
              </a:rPr>
              <a:t>We see a significant drop-off in the flow at the address look up phase – where eligibility errors occur. </a:t>
            </a:r>
          </a:p>
        </p:txBody>
      </p:sp>
      <p:sp>
        <p:nvSpPr>
          <p:cNvPr id="10" name="TextBox 9">
            <a:extLst>
              <a:ext uri="{FF2B5EF4-FFF2-40B4-BE49-F238E27FC236}">
                <a16:creationId xmlns:a16="http://schemas.microsoft.com/office/drawing/2014/main" id="{6D20E0B8-EC32-38D4-D85C-473D1FFB77EB}"/>
              </a:ext>
            </a:extLst>
          </p:cNvPr>
          <p:cNvSpPr txBox="1"/>
          <p:nvPr/>
        </p:nvSpPr>
        <p:spPr>
          <a:xfrm>
            <a:off x="6303723" y="7959757"/>
            <a:ext cx="3874478"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noAutofit/>
          </a:bodyPr>
          <a:lstStyle/>
          <a:p>
            <a:r>
              <a:rPr lang="en-US" sz="2200">
                <a:latin typeface="Open Sans Light" panose="020B0306030504020204" pitchFamily="34" charset="0"/>
                <a:ea typeface="Open Sans Light" panose="020B0306030504020204" pitchFamily="34" charset="0"/>
                <a:cs typeface="Open Sans Light" panose="020B0306030504020204" pitchFamily="34" charset="0"/>
              </a:rPr>
              <a:t>Start Service Flow</a:t>
            </a:r>
          </a:p>
        </p:txBody>
      </p:sp>
      <p:sp>
        <p:nvSpPr>
          <p:cNvPr id="14" name="TextBox 13">
            <a:extLst>
              <a:ext uri="{FF2B5EF4-FFF2-40B4-BE49-F238E27FC236}">
                <a16:creationId xmlns:a16="http://schemas.microsoft.com/office/drawing/2014/main" id="{D3D0C079-A7D0-2E89-73BD-A9280C8936B0}"/>
              </a:ext>
            </a:extLst>
          </p:cNvPr>
          <p:cNvSpPr txBox="1"/>
          <p:nvPr/>
        </p:nvSpPr>
        <p:spPr>
          <a:xfrm>
            <a:off x="11802648" y="7959757"/>
            <a:ext cx="4652013"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noAutofit/>
          </a:bodyPr>
          <a:lstStyle/>
          <a:p>
            <a:r>
              <a:rPr lang="en-US" sz="2200">
                <a:latin typeface="Open Sans Light" panose="020B0306030504020204" pitchFamily="34" charset="0"/>
                <a:ea typeface="Open Sans Light" panose="020B0306030504020204" pitchFamily="34" charset="0"/>
                <a:cs typeface="Open Sans Light" panose="020B0306030504020204" pitchFamily="34" charset="0"/>
              </a:rPr>
              <a:t>65% Completed address look up</a:t>
            </a:r>
          </a:p>
        </p:txBody>
      </p:sp>
      <p:sp>
        <p:nvSpPr>
          <p:cNvPr id="16" name="TextBox 15">
            <a:extLst>
              <a:ext uri="{FF2B5EF4-FFF2-40B4-BE49-F238E27FC236}">
                <a16:creationId xmlns:a16="http://schemas.microsoft.com/office/drawing/2014/main" id="{CF82C40C-A195-6E20-9499-9B6493656B22}"/>
              </a:ext>
            </a:extLst>
          </p:cNvPr>
          <p:cNvSpPr txBox="1"/>
          <p:nvPr/>
        </p:nvSpPr>
        <p:spPr>
          <a:xfrm>
            <a:off x="17464414" y="7959757"/>
            <a:ext cx="3874478"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noAutofit/>
          </a:bodyPr>
          <a:lstStyle/>
          <a:p>
            <a:r>
              <a:rPr lang="en-US" sz="2200">
                <a:latin typeface="Open Sans Light" panose="020B0306030504020204" pitchFamily="34" charset="0"/>
                <a:ea typeface="Open Sans Light" panose="020B0306030504020204" pitchFamily="34" charset="0"/>
                <a:cs typeface="Open Sans Light" panose="020B0306030504020204" pitchFamily="34" charset="0"/>
              </a:rPr>
              <a:t>70% Start Service Submits</a:t>
            </a:r>
          </a:p>
        </p:txBody>
      </p:sp>
      <p:sp>
        <p:nvSpPr>
          <p:cNvPr id="23" name="TextBox 22">
            <a:extLst>
              <a:ext uri="{FF2B5EF4-FFF2-40B4-BE49-F238E27FC236}">
                <a16:creationId xmlns:a16="http://schemas.microsoft.com/office/drawing/2014/main" id="{FDCBE08C-082B-B52B-0A4C-B9A0A636FBC7}"/>
              </a:ext>
            </a:extLst>
          </p:cNvPr>
          <p:cNvSpPr txBox="1"/>
          <p:nvPr/>
        </p:nvSpPr>
        <p:spPr>
          <a:xfrm>
            <a:off x="11873874" y="8622028"/>
            <a:ext cx="4923529" cy="1349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a:lnSpc>
                <a:spcPct val="90000"/>
              </a:lnSpc>
            </a:pPr>
            <a:r>
              <a:rPr lang="en-US" sz="9000">
                <a:latin typeface="Lexend ExtraLight"/>
              </a:rPr>
              <a:t>232k </a:t>
            </a:r>
            <a:r>
              <a:rPr lang="en-US" sz="2000">
                <a:latin typeface="Lexend ExtraLight"/>
              </a:rPr>
              <a:t>users</a:t>
            </a:r>
            <a:r>
              <a:rPr lang="en-US" sz="9000">
                <a:latin typeface="Lexend ExtraLight"/>
              </a:rPr>
              <a:t> </a:t>
            </a:r>
          </a:p>
        </p:txBody>
      </p:sp>
      <p:sp>
        <p:nvSpPr>
          <p:cNvPr id="25" name="TextBox 24">
            <a:extLst>
              <a:ext uri="{FF2B5EF4-FFF2-40B4-BE49-F238E27FC236}">
                <a16:creationId xmlns:a16="http://schemas.microsoft.com/office/drawing/2014/main" id="{36563E18-6BD5-D4E0-A6B0-110909B20B1F}"/>
              </a:ext>
            </a:extLst>
          </p:cNvPr>
          <p:cNvSpPr txBox="1"/>
          <p:nvPr/>
        </p:nvSpPr>
        <p:spPr>
          <a:xfrm>
            <a:off x="17460482" y="8622028"/>
            <a:ext cx="4923529" cy="18338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a:lnSpc>
                <a:spcPct val="90000"/>
              </a:lnSpc>
            </a:pPr>
            <a:r>
              <a:rPr lang="en-US" sz="9000">
                <a:latin typeface="Lexend ExtraLight"/>
              </a:rPr>
              <a:t>175k </a:t>
            </a:r>
            <a:r>
              <a:rPr lang="en-US" sz="2000">
                <a:latin typeface="Lexend ExtraLight"/>
              </a:rPr>
              <a:t>users</a:t>
            </a:r>
          </a:p>
          <a:p>
            <a:pPr>
              <a:lnSpc>
                <a:spcPct val="90000"/>
              </a:lnSpc>
            </a:pPr>
            <a:endParaRPr lang="en-US"/>
          </a:p>
        </p:txBody>
      </p:sp>
      <p:sp>
        <p:nvSpPr>
          <p:cNvPr id="3" name="TextBox 2">
            <a:extLst>
              <a:ext uri="{FF2B5EF4-FFF2-40B4-BE49-F238E27FC236}">
                <a16:creationId xmlns:a16="http://schemas.microsoft.com/office/drawing/2014/main" id="{004119D0-0B09-0A20-CE26-955BEB822DA7}"/>
              </a:ext>
            </a:extLst>
          </p:cNvPr>
          <p:cNvSpPr txBox="1"/>
          <p:nvPr/>
        </p:nvSpPr>
        <p:spPr>
          <a:xfrm>
            <a:off x="969629" y="12441977"/>
            <a:ext cx="5898099"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400">
                <a:latin typeface="Open Sans Light"/>
                <a:ea typeface="Open Sans Light"/>
                <a:cs typeface="Open Sans Light"/>
              </a:rPr>
              <a:t>(01/01/2025–12/21/2025)</a:t>
            </a:r>
          </a:p>
        </p:txBody>
      </p:sp>
    </p:spTree>
    <p:extLst>
      <p:ext uri="{BB962C8B-B14F-4D97-AF65-F5344CB8AC3E}">
        <p14:creationId xmlns:p14="http://schemas.microsoft.com/office/powerpoint/2010/main" val="96598937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2E56FBF-8C64-D2F1-9C04-9FFBA4547EF3}"/>
              </a:ext>
            </a:extLst>
          </p:cNvPr>
          <p:cNvSpPr>
            <a:spLocks noGrp="1"/>
          </p:cNvSpPr>
          <p:nvPr>
            <p:ph type="body" sz="quarter" idx="41"/>
          </p:nvPr>
        </p:nvSpPr>
        <p:spPr>
          <a:xfrm>
            <a:off x="1044914" y="1017564"/>
            <a:ext cx="8168640" cy="304799"/>
          </a:xfrm>
        </p:spPr>
        <p:txBody>
          <a:bodyPr/>
          <a:lstStyle/>
          <a:p>
            <a:r>
              <a:rPr lang="en-US"/>
              <a:t>DATA ANALYSIS</a:t>
            </a:r>
            <a:endParaRPr lang="en-US">
              <a:solidFill>
                <a:srgbClr val="FF0000"/>
              </a:solidFill>
            </a:endParaRPr>
          </a:p>
        </p:txBody>
      </p:sp>
      <p:sp>
        <p:nvSpPr>
          <p:cNvPr id="24" name="TextBox 23">
            <a:extLst>
              <a:ext uri="{FF2B5EF4-FFF2-40B4-BE49-F238E27FC236}">
                <a16:creationId xmlns:a16="http://schemas.microsoft.com/office/drawing/2014/main" id="{9F2984A9-1739-8323-7455-945EE27C0B66}"/>
              </a:ext>
            </a:extLst>
          </p:cNvPr>
          <p:cNvSpPr txBox="1"/>
          <p:nvPr/>
        </p:nvSpPr>
        <p:spPr>
          <a:xfrm>
            <a:off x="937098" y="3617961"/>
            <a:ext cx="3874479" cy="1349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a:lnSpc>
                <a:spcPct val="90000"/>
              </a:lnSpc>
            </a:pPr>
            <a:r>
              <a:rPr lang="en-US" sz="9000">
                <a:latin typeface="Lexend ExtraLight"/>
              </a:rPr>
              <a:t>89k </a:t>
            </a:r>
            <a:r>
              <a:rPr lang="en-US" sz="4800">
                <a:solidFill>
                  <a:srgbClr val="069BD7"/>
                </a:solidFill>
                <a:latin typeface="Lexend ExtraLight"/>
              </a:rPr>
              <a:t>95%</a:t>
            </a:r>
            <a:r>
              <a:rPr lang="en-US" sz="9000">
                <a:latin typeface="Lexend ExtraLight"/>
              </a:rPr>
              <a:t> </a:t>
            </a:r>
            <a:endParaRPr kumimoji="0" lang="en-US" sz="6300" u="none" strike="noStrike" cap="none" spc="0" normalizeH="0" baseline="0">
              <a:ln>
                <a:noFill/>
              </a:ln>
              <a:solidFill>
                <a:srgbClr val="000000"/>
              </a:solidFill>
              <a:effectLst/>
              <a:uFillTx/>
              <a:latin typeface="Lexend ExtraLight" pitchFamily="2" charset="77"/>
              <a:sym typeface="Open Sans"/>
            </a:endParaRPr>
          </a:p>
        </p:txBody>
      </p:sp>
      <p:sp>
        <p:nvSpPr>
          <p:cNvPr id="26" name="TextBox 25">
            <a:extLst>
              <a:ext uri="{FF2B5EF4-FFF2-40B4-BE49-F238E27FC236}">
                <a16:creationId xmlns:a16="http://schemas.microsoft.com/office/drawing/2014/main" id="{97C6ABBA-2BE6-B088-3D2F-FA13D7FD755B}"/>
              </a:ext>
            </a:extLst>
          </p:cNvPr>
          <p:cNvSpPr txBox="1"/>
          <p:nvPr/>
        </p:nvSpPr>
        <p:spPr>
          <a:xfrm>
            <a:off x="969629" y="4914744"/>
            <a:ext cx="3323783" cy="9151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400">
                <a:latin typeface="Open Sans Light"/>
                <a:ea typeface="Open Sans Light"/>
                <a:cs typeface="Open Sans Light"/>
              </a:rPr>
              <a:t>Eligibility-related Errors last 180 Days</a:t>
            </a:r>
          </a:p>
        </p:txBody>
      </p:sp>
      <p:sp>
        <p:nvSpPr>
          <p:cNvPr id="28" name="TextBox 27">
            <a:extLst>
              <a:ext uri="{FF2B5EF4-FFF2-40B4-BE49-F238E27FC236}">
                <a16:creationId xmlns:a16="http://schemas.microsoft.com/office/drawing/2014/main" id="{C0BDCB9A-A1BE-B4E0-7060-49993ECC97A3}"/>
              </a:ext>
            </a:extLst>
          </p:cNvPr>
          <p:cNvSpPr txBox="1"/>
          <p:nvPr/>
        </p:nvSpPr>
        <p:spPr>
          <a:xfrm>
            <a:off x="6125480" y="3593108"/>
            <a:ext cx="3874479" cy="1349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a:lnSpc>
                <a:spcPct val="90000"/>
              </a:lnSpc>
            </a:pPr>
            <a:r>
              <a:rPr lang="en-US" sz="9000">
                <a:latin typeface="Lexend ExtraLight"/>
              </a:rPr>
              <a:t>8</a:t>
            </a:r>
            <a:r>
              <a:rPr lang="en-US" sz="6300">
                <a:latin typeface="Lexend ExtraLight"/>
              </a:rPr>
              <a:t>K </a:t>
            </a:r>
            <a:r>
              <a:rPr lang="en-US" sz="4000">
                <a:solidFill>
                  <a:srgbClr val="069BD7"/>
                </a:solidFill>
                <a:latin typeface="Lexend ExtraLight"/>
              </a:rPr>
              <a:t>8%</a:t>
            </a:r>
            <a:endParaRPr lang="en-US" sz="4000" u="none" strike="noStrike" cap="none" spc="0" normalizeH="0" baseline="0">
              <a:ln>
                <a:noFill/>
              </a:ln>
              <a:solidFill>
                <a:srgbClr val="069BD7"/>
              </a:solidFill>
              <a:effectLst/>
              <a:uFillTx/>
              <a:latin typeface="Lexend ExtraLight" pitchFamily="2" charset="77"/>
            </a:endParaRPr>
          </a:p>
        </p:txBody>
      </p:sp>
      <p:sp>
        <p:nvSpPr>
          <p:cNvPr id="30" name="TextBox 29">
            <a:extLst>
              <a:ext uri="{FF2B5EF4-FFF2-40B4-BE49-F238E27FC236}">
                <a16:creationId xmlns:a16="http://schemas.microsoft.com/office/drawing/2014/main" id="{612DE367-7F73-CE9F-7585-C4927ADE8599}"/>
              </a:ext>
            </a:extLst>
          </p:cNvPr>
          <p:cNvSpPr txBox="1"/>
          <p:nvPr/>
        </p:nvSpPr>
        <p:spPr>
          <a:xfrm>
            <a:off x="6125480" y="4909001"/>
            <a:ext cx="4641473" cy="9151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400">
                <a:latin typeface="Open Sans Light"/>
                <a:ea typeface="Open Sans Light"/>
                <a:cs typeface="Open Sans Light"/>
              </a:rPr>
              <a:t>General Start Service Errors – input field validation</a:t>
            </a:r>
          </a:p>
        </p:txBody>
      </p:sp>
      <p:sp>
        <p:nvSpPr>
          <p:cNvPr id="39" name="TextBox 14">
            <a:extLst>
              <a:ext uri="{FF2B5EF4-FFF2-40B4-BE49-F238E27FC236}">
                <a16:creationId xmlns:a16="http://schemas.microsoft.com/office/drawing/2014/main" id="{4FDF6275-1577-1B48-AE5D-E9F0651ED283}"/>
              </a:ext>
            </a:extLst>
          </p:cNvPr>
          <p:cNvSpPr txBox="1"/>
          <p:nvPr/>
        </p:nvSpPr>
        <p:spPr>
          <a:xfrm>
            <a:off x="943247" y="6328290"/>
            <a:ext cx="7400196"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1pPr>
            <a:lvl2pPr marL="0" marR="0" indent="22860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2pPr>
            <a:lvl3pPr marL="0" marR="0" indent="45720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3pPr>
            <a:lvl4pPr marL="0" marR="0" indent="68580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4pPr>
            <a:lvl5pPr marL="0" marR="0" indent="91440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5pPr>
            <a:lvl6pPr marL="0" marR="0" indent="114300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6pPr>
            <a:lvl7pPr marL="0" marR="0" indent="137160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7pPr>
            <a:lvl8pPr marL="0" marR="0" indent="160020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8pPr>
            <a:lvl9pPr marL="0" marR="0" indent="182880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lvl9pPr>
          </a:lstStyle>
          <a:p>
            <a:r>
              <a:rPr lang="en-US" sz="2400">
                <a:latin typeface="Open Sans Light"/>
                <a:ea typeface="Open Sans Light"/>
                <a:cs typeface="Open Sans Light"/>
              </a:rPr>
              <a:t>Start Services Top Error Codes Details Site Core</a:t>
            </a:r>
          </a:p>
        </p:txBody>
      </p:sp>
      <p:sp>
        <p:nvSpPr>
          <p:cNvPr id="3" name="TextBox 2">
            <a:extLst>
              <a:ext uri="{FF2B5EF4-FFF2-40B4-BE49-F238E27FC236}">
                <a16:creationId xmlns:a16="http://schemas.microsoft.com/office/drawing/2014/main" id="{EAF9D643-7242-2DB0-492B-D4E223C07132}"/>
              </a:ext>
            </a:extLst>
          </p:cNvPr>
          <p:cNvSpPr txBox="1"/>
          <p:nvPr/>
        </p:nvSpPr>
        <p:spPr>
          <a:xfrm>
            <a:off x="969629" y="12441977"/>
            <a:ext cx="5898099"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400">
                <a:latin typeface="Open Sans Light"/>
                <a:ea typeface="Open Sans Light"/>
                <a:cs typeface="Open Sans Light"/>
              </a:rPr>
              <a:t>last 180 Days (07/22/2024–01/21/2025)</a:t>
            </a:r>
          </a:p>
        </p:txBody>
      </p:sp>
      <p:sp>
        <p:nvSpPr>
          <p:cNvPr id="4" name="TextBox 3">
            <a:extLst>
              <a:ext uri="{FF2B5EF4-FFF2-40B4-BE49-F238E27FC236}">
                <a16:creationId xmlns:a16="http://schemas.microsoft.com/office/drawing/2014/main" id="{C48B416E-DE2E-06C4-CE65-2AD20942B19B}"/>
              </a:ext>
            </a:extLst>
          </p:cNvPr>
          <p:cNvSpPr txBox="1"/>
          <p:nvPr/>
        </p:nvSpPr>
        <p:spPr>
          <a:xfrm>
            <a:off x="930483" y="1520339"/>
            <a:ext cx="10843771" cy="13213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t" anchorCtr="0" forceAA="0" compatLnSpc="1">
            <a:prstTxWarp prst="textNoShape">
              <a:avLst/>
            </a:prstTxWarp>
            <a:spAutoFit/>
          </a:bodyPr>
          <a:lstStyle/>
          <a:p>
            <a:pPr>
              <a:lnSpc>
                <a:spcPct val="90000"/>
              </a:lnSpc>
            </a:pPr>
            <a:r>
              <a:rPr lang="en-US" sz="4400" b="1">
                <a:latin typeface="Lexend"/>
              </a:rPr>
              <a:t>Majority of errors preventing customers from completing the flow are eligibility related.</a:t>
            </a:r>
            <a:endParaRPr kumimoji="0" lang="en-US" sz="4400" b="1" i="0" u="none" strike="noStrike" cap="none" spc="0" normalizeH="0" baseline="0">
              <a:ln>
                <a:noFill/>
              </a:ln>
              <a:solidFill>
                <a:srgbClr val="000000"/>
              </a:solidFill>
              <a:effectLst/>
              <a:uFillTx/>
              <a:latin typeface="Lexend"/>
              <a:ea typeface="+mn-ea"/>
              <a:cs typeface="+mn-cs"/>
              <a:sym typeface="Open Sans"/>
            </a:endParaRPr>
          </a:p>
        </p:txBody>
      </p:sp>
      <p:pic>
        <p:nvPicPr>
          <p:cNvPr id="8" name="Picture 7">
            <a:extLst>
              <a:ext uri="{FF2B5EF4-FFF2-40B4-BE49-F238E27FC236}">
                <a16:creationId xmlns:a16="http://schemas.microsoft.com/office/drawing/2014/main" id="{1CFDF989-29C9-B5C3-DE7F-00B033BAF918}"/>
              </a:ext>
            </a:extLst>
          </p:cNvPr>
          <p:cNvPicPr>
            <a:picLocks noChangeAspect="1"/>
          </p:cNvPicPr>
          <p:nvPr/>
        </p:nvPicPr>
        <p:blipFill>
          <a:blip r:embed="rId3"/>
          <a:stretch>
            <a:fillRect/>
          </a:stretch>
        </p:blipFill>
        <p:spPr>
          <a:xfrm>
            <a:off x="11313862" y="2374955"/>
            <a:ext cx="12851428" cy="4015352"/>
          </a:xfrm>
          <a:prstGeom prst="rect">
            <a:avLst/>
          </a:prstGeom>
        </p:spPr>
      </p:pic>
      <p:pic>
        <p:nvPicPr>
          <p:cNvPr id="10" name="Picture 9">
            <a:extLst>
              <a:ext uri="{FF2B5EF4-FFF2-40B4-BE49-F238E27FC236}">
                <a16:creationId xmlns:a16="http://schemas.microsoft.com/office/drawing/2014/main" id="{168AB2CB-26CC-7AE5-9679-9DE86A82586B}"/>
              </a:ext>
            </a:extLst>
          </p:cNvPr>
          <p:cNvPicPr>
            <a:picLocks noChangeAspect="1"/>
          </p:cNvPicPr>
          <p:nvPr/>
        </p:nvPicPr>
        <p:blipFill>
          <a:blip r:embed="rId4">
            <a:alphaModFix amt="43000"/>
          </a:blip>
          <a:stretch>
            <a:fillRect/>
          </a:stretch>
        </p:blipFill>
        <p:spPr>
          <a:xfrm>
            <a:off x="0" y="7413602"/>
            <a:ext cx="24165290" cy="4782059"/>
          </a:xfrm>
          <a:prstGeom prst="rect">
            <a:avLst/>
          </a:prstGeom>
        </p:spPr>
      </p:pic>
    </p:spTree>
    <p:extLst>
      <p:ext uri="{BB962C8B-B14F-4D97-AF65-F5344CB8AC3E}">
        <p14:creationId xmlns:p14="http://schemas.microsoft.com/office/powerpoint/2010/main" val="1798205653"/>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7E4E-E9CB-47ED-9FB3-D25E461BE8D4}"/>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01FB0732-AA5A-D4F7-1284-F332087616A5}"/>
              </a:ext>
            </a:extLst>
          </p:cNvPr>
          <p:cNvSpPr/>
          <p:nvPr/>
        </p:nvSpPr>
        <p:spPr>
          <a:xfrm>
            <a:off x="14196060" y="0"/>
            <a:ext cx="10187940" cy="13716000"/>
          </a:xfrm>
          <a:prstGeom prst="rect">
            <a:avLst/>
          </a:prstGeom>
          <a:solidFill>
            <a:schemeClr val="bg1">
              <a:lumMod val="95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38100" indent="0" algn="l" defTabSz="863600" rtl="0" fontAlgn="auto" latinLnBrk="0" hangingPunct="0">
              <a:lnSpc>
                <a:spcPct val="30000"/>
              </a:lnSpc>
              <a:spcBef>
                <a:spcPts val="0"/>
              </a:spcBef>
              <a:spcAft>
                <a:spcPts val="0"/>
              </a:spcAft>
              <a:buClrTx/>
              <a:buSzTx/>
              <a:buFontTx/>
              <a:buNone/>
              <a:tabLst/>
            </a:pPr>
            <a:endParaRPr kumimoji="0" lang="en-US" sz="4000" b="1" i="0" u="none" strike="noStrike" cap="none" spc="0" normalizeH="0" baseline="0">
              <a:ln>
                <a:noFill/>
              </a:ln>
              <a:solidFill>
                <a:srgbClr val="000000"/>
              </a:solidFill>
              <a:effectLst/>
              <a:uFill>
                <a:solidFill>
                  <a:srgbClr val="3A88FE"/>
                </a:solidFill>
              </a:uFill>
              <a:latin typeface="Futura Maxi Book"/>
              <a:ea typeface="Futura Maxi Book"/>
              <a:cs typeface="Futura Maxi Book"/>
              <a:sym typeface="Futura Maxi Book"/>
            </a:endParaRPr>
          </a:p>
        </p:txBody>
      </p:sp>
      <p:sp>
        <p:nvSpPr>
          <p:cNvPr id="2" name="Text Placeholder 1">
            <a:extLst>
              <a:ext uri="{FF2B5EF4-FFF2-40B4-BE49-F238E27FC236}">
                <a16:creationId xmlns:a16="http://schemas.microsoft.com/office/drawing/2014/main" id="{AB4DC97E-70E9-14E1-BF7F-9DDB718A579B}"/>
              </a:ext>
            </a:extLst>
          </p:cNvPr>
          <p:cNvSpPr>
            <a:spLocks noGrp="1"/>
          </p:cNvSpPr>
          <p:nvPr>
            <p:ph type="body" sz="quarter" idx="41"/>
          </p:nvPr>
        </p:nvSpPr>
        <p:spPr/>
        <p:txBody>
          <a:bodyPr/>
          <a:lstStyle/>
          <a:p>
            <a:r>
              <a:rPr lang="en-US">
                <a:latin typeface="Open Sans Extrabold"/>
                <a:ea typeface="Open Sans Extrabold"/>
                <a:cs typeface="Open Sans Extrabold"/>
              </a:rPr>
              <a:t>DATA ANALYSIS </a:t>
            </a:r>
          </a:p>
        </p:txBody>
      </p:sp>
      <p:sp>
        <p:nvSpPr>
          <p:cNvPr id="3" name="Text Placeholder 2">
            <a:extLst>
              <a:ext uri="{FF2B5EF4-FFF2-40B4-BE49-F238E27FC236}">
                <a16:creationId xmlns:a16="http://schemas.microsoft.com/office/drawing/2014/main" id="{5968B229-ECAC-9B8C-D1F3-559678C98566}"/>
              </a:ext>
            </a:extLst>
          </p:cNvPr>
          <p:cNvSpPr>
            <a:spLocks noGrp="1"/>
          </p:cNvSpPr>
          <p:nvPr>
            <p:ph type="body" sz="quarter" idx="42"/>
          </p:nvPr>
        </p:nvSpPr>
        <p:spPr>
          <a:xfrm>
            <a:off x="1142999" y="1491178"/>
            <a:ext cx="11730456" cy="1786305"/>
          </a:xfrm>
        </p:spPr>
        <p:txBody>
          <a:bodyPr/>
          <a:lstStyle/>
          <a:p>
            <a:r>
              <a:rPr lang="en-US" sz="6000" dirty="0">
                <a:latin typeface="Lexend"/>
                <a:ea typeface="Open Sans"/>
                <a:cs typeface="Open Sans"/>
              </a:rPr>
              <a:t>Services 2025 Arrears  </a:t>
            </a:r>
          </a:p>
        </p:txBody>
      </p:sp>
      <p:sp>
        <p:nvSpPr>
          <p:cNvPr id="7" name="TextBox 6">
            <a:extLst>
              <a:ext uri="{FF2B5EF4-FFF2-40B4-BE49-F238E27FC236}">
                <a16:creationId xmlns:a16="http://schemas.microsoft.com/office/drawing/2014/main" id="{5FF18604-CAAA-548A-924A-085EC6D52C1A}"/>
              </a:ext>
            </a:extLst>
          </p:cNvPr>
          <p:cNvSpPr txBox="1"/>
          <p:nvPr/>
        </p:nvSpPr>
        <p:spPr>
          <a:xfrm>
            <a:off x="6450304" y="4739826"/>
            <a:ext cx="3874479" cy="1349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R="0" algn="l" defTabSz="825500">
              <a:lnSpc>
                <a:spcPct val="90000"/>
              </a:lnSpc>
              <a:spcBef>
                <a:spcPts val="0"/>
              </a:spcBef>
              <a:spcAft>
                <a:spcPts val="0"/>
              </a:spcAft>
              <a:tabLst/>
            </a:pPr>
            <a:r>
              <a:rPr lang="en-US" sz="9000">
                <a:latin typeface="Open Sans"/>
              </a:rPr>
              <a:t>200</a:t>
            </a:r>
            <a:r>
              <a:rPr lang="en-US" sz="6300">
                <a:latin typeface="Open Sans"/>
              </a:rPr>
              <a:t>K</a:t>
            </a:r>
          </a:p>
        </p:txBody>
      </p:sp>
      <p:sp>
        <p:nvSpPr>
          <p:cNvPr id="8" name="TextBox 7">
            <a:extLst>
              <a:ext uri="{FF2B5EF4-FFF2-40B4-BE49-F238E27FC236}">
                <a16:creationId xmlns:a16="http://schemas.microsoft.com/office/drawing/2014/main" id="{C640A0E3-8DAD-0A85-02D6-8CC346DD70F4}"/>
              </a:ext>
            </a:extLst>
          </p:cNvPr>
          <p:cNvSpPr txBox="1"/>
          <p:nvPr/>
        </p:nvSpPr>
        <p:spPr>
          <a:xfrm>
            <a:off x="6450304" y="5949235"/>
            <a:ext cx="3874478" cy="4580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100">
                <a:solidFill>
                  <a:srgbClr val="646B6B"/>
                </a:solidFill>
                <a:latin typeface="Open Sans"/>
                <a:ea typeface="Open Sans"/>
                <a:cs typeface="Open Sans"/>
              </a:rPr>
              <a:t>Accounts with arrears =&lt;0</a:t>
            </a:r>
            <a:endParaRPr lang="en-US" sz="2100">
              <a:solidFill>
                <a:srgbClr val="646B6B"/>
              </a:solidFill>
            </a:endParaRPr>
          </a:p>
        </p:txBody>
      </p:sp>
      <p:sp>
        <p:nvSpPr>
          <p:cNvPr id="11" name="TextBox 10">
            <a:extLst>
              <a:ext uri="{FF2B5EF4-FFF2-40B4-BE49-F238E27FC236}">
                <a16:creationId xmlns:a16="http://schemas.microsoft.com/office/drawing/2014/main" id="{234CA290-75A1-1C7D-17BA-78B68F4265B1}"/>
              </a:ext>
            </a:extLst>
          </p:cNvPr>
          <p:cNvSpPr txBox="1"/>
          <p:nvPr/>
        </p:nvSpPr>
        <p:spPr>
          <a:xfrm>
            <a:off x="1143000" y="9805643"/>
            <a:ext cx="2306091" cy="1349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R="0" algn="l" defTabSz="825500" rtl="0" fontAlgn="auto" latinLnBrk="0" hangingPunct="0">
              <a:lnSpc>
                <a:spcPct val="90000"/>
              </a:lnSpc>
              <a:spcBef>
                <a:spcPts val="0"/>
              </a:spcBef>
              <a:spcAft>
                <a:spcPts val="0"/>
              </a:spcAft>
              <a:buClrTx/>
              <a:buSzTx/>
              <a:tabLst/>
            </a:pPr>
            <a:r>
              <a:rPr lang="en-US" sz="9000">
                <a:latin typeface="Open Sans"/>
              </a:rPr>
              <a:t>39</a:t>
            </a:r>
            <a:r>
              <a:rPr lang="en-US" sz="6300">
                <a:latin typeface="Open Sans"/>
              </a:rPr>
              <a:t>K</a:t>
            </a:r>
            <a:endParaRPr lang="en-US" sz="6300" u="none" strike="noStrike" cap="none" spc="0" normalizeH="0" baseline="0">
              <a:ln>
                <a:noFill/>
              </a:ln>
              <a:solidFill>
                <a:srgbClr val="000000"/>
              </a:solidFill>
              <a:effectLst/>
              <a:uFillTx/>
              <a:latin typeface="Open Sans"/>
            </a:endParaRPr>
          </a:p>
        </p:txBody>
      </p:sp>
      <p:sp>
        <p:nvSpPr>
          <p:cNvPr id="12" name="TextBox 11">
            <a:extLst>
              <a:ext uri="{FF2B5EF4-FFF2-40B4-BE49-F238E27FC236}">
                <a16:creationId xmlns:a16="http://schemas.microsoft.com/office/drawing/2014/main" id="{54FEA543-7D24-BD35-BC3A-25E2A9783F70}"/>
              </a:ext>
            </a:extLst>
          </p:cNvPr>
          <p:cNvSpPr txBox="1"/>
          <p:nvPr/>
        </p:nvSpPr>
        <p:spPr>
          <a:xfrm>
            <a:off x="1143000" y="11123595"/>
            <a:ext cx="3153430" cy="8135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100">
                <a:solidFill>
                  <a:srgbClr val="646B6B"/>
                </a:solidFill>
                <a:latin typeface="Open Sans"/>
                <a:ea typeface="Open Sans"/>
                <a:cs typeface="Open Sans"/>
              </a:rPr>
              <a:t>Residential accounts with arrears &gt;0</a:t>
            </a:r>
            <a:endParaRPr lang="en-US" sz="2100">
              <a:solidFill>
                <a:srgbClr val="646B6B"/>
              </a:solidFill>
            </a:endParaRPr>
          </a:p>
        </p:txBody>
      </p:sp>
      <p:sp>
        <p:nvSpPr>
          <p:cNvPr id="13" name="TextBox 12">
            <a:extLst>
              <a:ext uri="{FF2B5EF4-FFF2-40B4-BE49-F238E27FC236}">
                <a16:creationId xmlns:a16="http://schemas.microsoft.com/office/drawing/2014/main" id="{8975082F-1A0F-EEBE-187C-BE3805DDE476}"/>
              </a:ext>
            </a:extLst>
          </p:cNvPr>
          <p:cNvSpPr txBox="1"/>
          <p:nvPr/>
        </p:nvSpPr>
        <p:spPr>
          <a:xfrm>
            <a:off x="5054768" y="7132127"/>
            <a:ext cx="2132765" cy="97513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R="0" algn="l" defTabSz="825500" rtl="0" fontAlgn="auto" latinLnBrk="0" hangingPunct="0">
              <a:lnSpc>
                <a:spcPct val="90000"/>
              </a:lnSpc>
              <a:spcBef>
                <a:spcPts val="0"/>
              </a:spcBef>
              <a:spcAft>
                <a:spcPts val="0"/>
              </a:spcAft>
              <a:buClrTx/>
              <a:buSzTx/>
              <a:tabLst/>
            </a:pPr>
            <a:r>
              <a:rPr lang="en-US" sz="6300">
                <a:latin typeface="Open Sans"/>
                <a:ea typeface="Open Sans"/>
                <a:cs typeface="Open Sans"/>
              </a:rPr>
              <a:t>2.5K</a:t>
            </a:r>
            <a:endParaRPr lang="en-US" sz="6300" u="none" strike="noStrike" cap="none" spc="0" normalizeH="0" baseline="0">
              <a:ln>
                <a:noFill/>
              </a:ln>
              <a:solidFill>
                <a:srgbClr val="000000"/>
              </a:solidFill>
              <a:effectLst/>
              <a:uFillTx/>
              <a:latin typeface="Open Sans"/>
              <a:ea typeface="Open Sans"/>
              <a:cs typeface="Open Sans"/>
            </a:endParaRPr>
          </a:p>
        </p:txBody>
      </p:sp>
      <p:sp>
        <p:nvSpPr>
          <p:cNvPr id="15" name="TextBox 14">
            <a:extLst>
              <a:ext uri="{FF2B5EF4-FFF2-40B4-BE49-F238E27FC236}">
                <a16:creationId xmlns:a16="http://schemas.microsoft.com/office/drawing/2014/main" id="{4FDF6275-1577-1B48-AE5D-E9F0651ED283}"/>
              </a:ext>
            </a:extLst>
          </p:cNvPr>
          <p:cNvSpPr txBox="1"/>
          <p:nvPr/>
        </p:nvSpPr>
        <p:spPr>
          <a:xfrm>
            <a:off x="5017478" y="11123595"/>
            <a:ext cx="2947539" cy="4580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100">
                <a:solidFill>
                  <a:srgbClr val="646B6B"/>
                </a:solidFill>
                <a:latin typeface="Open Sans"/>
                <a:ea typeface="Open Sans"/>
                <a:cs typeface="Open Sans"/>
              </a:rPr>
              <a:t>&gt;0 arrears residential </a:t>
            </a:r>
            <a:endParaRPr lang="en-US" sz="2100">
              <a:solidFill>
                <a:srgbClr val="646B6B"/>
              </a:solidFill>
            </a:endParaRPr>
          </a:p>
        </p:txBody>
      </p:sp>
      <p:sp>
        <p:nvSpPr>
          <p:cNvPr id="18" name="TextBox 17">
            <a:extLst>
              <a:ext uri="{FF2B5EF4-FFF2-40B4-BE49-F238E27FC236}">
                <a16:creationId xmlns:a16="http://schemas.microsoft.com/office/drawing/2014/main" id="{5059331C-640A-605E-7EA6-9885D1A53801}"/>
              </a:ext>
            </a:extLst>
          </p:cNvPr>
          <p:cNvSpPr txBox="1"/>
          <p:nvPr/>
        </p:nvSpPr>
        <p:spPr>
          <a:xfrm>
            <a:off x="8998976" y="6985737"/>
            <a:ext cx="3874479" cy="1349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R="0" algn="l" defTabSz="825500" rtl="0" fontAlgn="auto" latinLnBrk="0" hangingPunct="0">
              <a:lnSpc>
                <a:spcPct val="90000"/>
              </a:lnSpc>
              <a:spcBef>
                <a:spcPts val="0"/>
              </a:spcBef>
              <a:spcAft>
                <a:spcPts val="0"/>
              </a:spcAft>
              <a:buClrTx/>
              <a:buSzTx/>
              <a:tabLst/>
            </a:pPr>
            <a:r>
              <a:rPr lang="en-US" sz="9000">
                <a:solidFill>
                  <a:srgbClr val="069BD7"/>
                </a:solidFill>
                <a:latin typeface="Open Sans"/>
              </a:rPr>
              <a:t>111</a:t>
            </a:r>
            <a:r>
              <a:rPr lang="en-US" sz="6300">
                <a:solidFill>
                  <a:srgbClr val="069BD7"/>
                </a:solidFill>
                <a:latin typeface="Open Sans"/>
              </a:rPr>
              <a:t>K</a:t>
            </a:r>
            <a:endParaRPr lang="en-US" sz="6300" u="none" strike="noStrike" cap="none" spc="0" normalizeH="0" baseline="0">
              <a:ln>
                <a:noFill/>
              </a:ln>
              <a:solidFill>
                <a:srgbClr val="069BD7"/>
              </a:solidFill>
              <a:effectLst/>
              <a:uFillTx/>
              <a:latin typeface="Open Sans"/>
            </a:endParaRPr>
          </a:p>
        </p:txBody>
      </p:sp>
      <p:sp>
        <p:nvSpPr>
          <p:cNvPr id="19" name="TextBox 18">
            <a:extLst>
              <a:ext uri="{FF2B5EF4-FFF2-40B4-BE49-F238E27FC236}">
                <a16:creationId xmlns:a16="http://schemas.microsoft.com/office/drawing/2014/main" id="{7A66E20D-EFC4-90EE-7D06-0DD5E1FF237F}"/>
              </a:ext>
            </a:extLst>
          </p:cNvPr>
          <p:cNvSpPr txBox="1"/>
          <p:nvPr/>
        </p:nvSpPr>
        <p:spPr>
          <a:xfrm>
            <a:off x="8998980" y="8334824"/>
            <a:ext cx="4412354" cy="4580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100">
                <a:solidFill>
                  <a:srgbClr val="646B6B"/>
                </a:solidFill>
                <a:latin typeface="Open Sans"/>
                <a:ea typeface="Open Sans"/>
                <a:cs typeface="Open Sans"/>
              </a:rPr>
              <a:t>0 arrears non-res</a:t>
            </a:r>
            <a:endParaRPr lang="en-US" sz="2100">
              <a:solidFill>
                <a:srgbClr val="646B6B"/>
              </a:solidFill>
            </a:endParaRPr>
          </a:p>
        </p:txBody>
      </p:sp>
      <p:sp>
        <p:nvSpPr>
          <p:cNvPr id="5" name="TextBox 4">
            <a:extLst>
              <a:ext uri="{FF2B5EF4-FFF2-40B4-BE49-F238E27FC236}">
                <a16:creationId xmlns:a16="http://schemas.microsoft.com/office/drawing/2014/main" id="{4A39327F-914C-E6F0-D4AB-3996FEE63C0D}"/>
              </a:ext>
            </a:extLst>
          </p:cNvPr>
          <p:cNvSpPr txBox="1"/>
          <p:nvPr/>
        </p:nvSpPr>
        <p:spPr>
          <a:xfrm>
            <a:off x="1143000" y="7132127"/>
            <a:ext cx="3874479" cy="1349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R="0" algn="l" defTabSz="825500">
              <a:lnSpc>
                <a:spcPct val="90000"/>
              </a:lnSpc>
              <a:spcBef>
                <a:spcPts val="0"/>
              </a:spcBef>
              <a:spcAft>
                <a:spcPts val="0"/>
              </a:spcAft>
              <a:tabLst/>
            </a:pPr>
            <a:r>
              <a:rPr lang="en-US" sz="9000">
                <a:latin typeface="Open Sans"/>
              </a:rPr>
              <a:t>89</a:t>
            </a:r>
            <a:r>
              <a:rPr lang="en-US" sz="6300">
                <a:latin typeface="Open Sans"/>
              </a:rPr>
              <a:t>K</a:t>
            </a:r>
          </a:p>
        </p:txBody>
      </p:sp>
      <p:sp>
        <p:nvSpPr>
          <p:cNvPr id="6" name="TextBox 5">
            <a:extLst>
              <a:ext uri="{FF2B5EF4-FFF2-40B4-BE49-F238E27FC236}">
                <a16:creationId xmlns:a16="http://schemas.microsoft.com/office/drawing/2014/main" id="{A450460C-1730-A8CB-90A5-FA81D107A675}"/>
              </a:ext>
            </a:extLst>
          </p:cNvPr>
          <p:cNvSpPr txBox="1"/>
          <p:nvPr/>
        </p:nvSpPr>
        <p:spPr>
          <a:xfrm>
            <a:off x="9092414" y="9773591"/>
            <a:ext cx="2288124" cy="1349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R="0" algn="l" defTabSz="825500" rtl="0" fontAlgn="auto" latinLnBrk="0" hangingPunct="0">
              <a:lnSpc>
                <a:spcPct val="90000"/>
              </a:lnSpc>
              <a:spcBef>
                <a:spcPts val="0"/>
              </a:spcBef>
              <a:spcAft>
                <a:spcPts val="0"/>
              </a:spcAft>
              <a:buClrTx/>
              <a:buSzTx/>
              <a:tabLst/>
            </a:pPr>
            <a:r>
              <a:rPr lang="en-US" sz="9000">
                <a:solidFill>
                  <a:srgbClr val="069BD7"/>
                </a:solidFill>
                <a:latin typeface="Open Sans"/>
              </a:rPr>
              <a:t>89</a:t>
            </a:r>
            <a:r>
              <a:rPr lang="en-US" sz="6300">
                <a:solidFill>
                  <a:srgbClr val="069BD7"/>
                </a:solidFill>
                <a:latin typeface="Open Sans"/>
              </a:rPr>
              <a:t>K</a:t>
            </a:r>
            <a:endParaRPr lang="en-US" sz="6300" u="none" strike="noStrike" cap="none" spc="0" normalizeH="0" baseline="0">
              <a:ln>
                <a:noFill/>
              </a:ln>
              <a:solidFill>
                <a:srgbClr val="069BD7"/>
              </a:solidFill>
              <a:effectLst/>
              <a:uFillTx/>
              <a:latin typeface="Open Sans"/>
            </a:endParaRPr>
          </a:p>
        </p:txBody>
      </p:sp>
      <p:sp>
        <p:nvSpPr>
          <p:cNvPr id="9" name="TextBox 8">
            <a:extLst>
              <a:ext uri="{FF2B5EF4-FFF2-40B4-BE49-F238E27FC236}">
                <a16:creationId xmlns:a16="http://schemas.microsoft.com/office/drawing/2014/main" id="{3B0D8615-E78F-FEB7-15DA-633B47C4137C}"/>
              </a:ext>
            </a:extLst>
          </p:cNvPr>
          <p:cNvSpPr txBox="1"/>
          <p:nvPr/>
        </p:nvSpPr>
        <p:spPr>
          <a:xfrm>
            <a:off x="9092414" y="11126930"/>
            <a:ext cx="2911078" cy="4580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100">
                <a:solidFill>
                  <a:srgbClr val="646B6B"/>
                </a:solidFill>
                <a:latin typeface="Open Sans"/>
                <a:ea typeface="Open Sans"/>
                <a:cs typeface="Open Sans"/>
              </a:rPr>
              <a:t>0 arrears residential</a:t>
            </a:r>
            <a:endParaRPr lang="en-US" sz="2100">
              <a:solidFill>
                <a:srgbClr val="646B6B"/>
              </a:solidFill>
            </a:endParaRPr>
          </a:p>
        </p:txBody>
      </p:sp>
      <p:sp>
        <p:nvSpPr>
          <p:cNvPr id="14" name="TextBox 13">
            <a:extLst>
              <a:ext uri="{FF2B5EF4-FFF2-40B4-BE49-F238E27FC236}">
                <a16:creationId xmlns:a16="http://schemas.microsoft.com/office/drawing/2014/main" id="{349CEB45-31D1-5EAE-0EB8-5999EC28BE87}"/>
              </a:ext>
            </a:extLst>
          </p:cNvPr>
          <p:cNvSpPr txBox="1"/>
          <p:nvPr/>
        </p:nvSpPr>
        <p:spPr>
          <a:xfrm>
            <a:off x="1143000" y="4654568"/>
            <a:ext cx="3874479" cy="1349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R="0" algn="l" defTabSz="825500">
              <a:lnSpc>
                <a:spcPct val="90000"/>
              </a:lnSpc>
              <a:spcBef>
                <a:spcPts val="0"/>
              </a:spcBef>
              <a:spcAft>
                <a:spcPts val="0"/>
              </a:spcAft>
              <a:tabLst/>
            </a:pPr>
            <a:r>
              <a:rPr lang="en-US" sz="9000">
                <a:latin typeface="Open Sans"/>
              </a:rPr>
              <a:t>3200</a:t>
            </a:r>
            <a:r>
              <a:rPr lang="en-US" sz="6300">
                <a:latin typeface="Open Sans"/>
              </a:rPr>
              <a:t>K</a:t>
            </a:r>
            <a:endParaRPr lang="en-US" sz="9000">
              <a:latin typeface="Open Sans"/>
            </a:endParaRPr>
          </a:p>
        </p:txBody>
      </p:sp>
      <p:sp>
        <p:nvSpPr>
          <p:cNvPr id="17" name="TextBox 16">
            <a:extLst>
              <a:ext uri="{FF2B5EF4-FFF2-40B4-BE49-F238E27FC236}">
                <a16:creationId xmlns:a16="http://schemas.microsoft.com/office/drawing/2014/main" id="{3F7C3A30-060F-FCAE-7D16-06BDB360DA2A}"/>
              </a:ext>
            </a:extLst>
          </p:cNvPr>
          <p:cNvSpPr txBox="1"/>
          <p:nvPr/>
        </p:nvSpPr>
        <p:spPr>
          <a:xfrm>
            <a:off x="1143000" y="5951787"/>
            <a:ext cx="3874478" cy="4580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100" dirty="0">
                <a:solidFill>
                  <a:srgbClr val="646B6B"/>
                </a:solidFill>
                <a:latin typeface="Open Sans"/>
                <a:ea typeface="Open Sans"/>
                <a:cs typeface="Open Sans"/>
              </a:rPr>
              <a:t>Service through CSR</a:t>
            </a:r>
            <a:endParaRPr lang="en-US" sz="2100" dirty="0">
              <a:solidFill>
                <a:srgbClr val="646B6B"/>
              </a:solidFill>
            </a:endParaRPr>
          </a:p>
        </p:txBody>
      </p:sp>
      <p:sp>
        <p:nvSpPr>
          <p:cNvPr id="20" name="TextBox 19">
            <a:extLst>
              <a:ext uri="{FF2B5EF4-FFF2-40B4-BE49-F238E27FC236}">
                <a16:creationId xmlns:a16="http://schemas.microsoft.com/office/drawing/2014/main" id="{31847ED5-3AE4-03C0-C3A8-E4E6BBDAEADD}"/>
              </a:ext>
            </a:extLst>
          </p:cNvPr>
          <p:cNvSpPr txBox="1"/>
          <p:nvPr/>
        </p:nvSpPr>
        <p:spPr>
          <a:xfrm>
            <a:off x="5054768" y="8396385"/>
            <a:ext cx="4412354" cy="4580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100">
                <a:solidFill>
                  <a:srgbClr val="646B6B"/>
                </a:solidFill>
                <a:latin typeface="Open Sans"/>
                <a:ea typeface="Open Sans"/>
                <a:cs typeface="Open Sans"/>
              </a:rPr>
              <a:t>&gt;0 arrears non-res</a:t>
            </a:r>
            <a:endParaRPr lang="en-US" sz="2100">
              <a:solidFill>
                <a:srgbClr val="646B6B"/>
              </a:solidFill>
            </a:endParaRPr>
          </a:p>
        </p:txBody>
      </p:sp>
      <p:sp>
        <p:nvSpPr>
          <p:cNvPr id="21" name="TextBox 20">
            <a:extLst>
              <a:ext uri="{FF2B5EF4-FFF2-40B4-BE49-F238E27FC236}">
                <a16:creationId xmlns:a16="http://schemas.microsoft.com/office/drawing/2014/main" id="{FB7192DF-DBCE-6F8A-95B3-00350E82E0DE}"/>
              </a:ext>
            </a:extLst>
          </p:cNvPr>
          <p:cNvSpPr txBox="1"/>
          <p:nvPr/>
        </p:nvSpPr>
        <p:spPr>
          <a:xfrm>
            <a:off x="4998926" y="9858299"/>
            <a:ext cx="2288124" cy="1349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R="0" algn="l" defTabSz="825500" rtl="0" fontAlgn="auto" latinLnBrk="0" hangingPunct="0">
              <a:lnSpc>
                <a:spcPct val="90000"/>
              </a:lnSpc>
              <a:spcBef>
                <a:spcPts val="0"/>
              </a:spcBef>
              <a:spcAft>
                <a:spcPts val="0"/>
              </a:spcAft>
              <a:buClrTx/>
              <a:buSzTx/>
              <a:tabLst/>
            </a:pPr>
            <a:r>
              <a:rPr lang="en-US" sz="9000">
                <a:latin typeface="Open Sans"/>
                <a:ea typeface="Open Sans"/>
                <a:cs typeface="Open Sans"/>
              </a:rPr>
              <a:t>1.8</a:t>
            </a:r>
            <a:r>
              <a:rPr lang="en-US" sz="6300">
                <a:latin typeface="Open Sans"/>
                <a:ea typeface="Open Sans"/>
                <a:cs typeface="Open Sans"/>
              </a:rPr>
              <a:t>K</a:t>
            </a:r>
            <a:endParaRPr lang="en-US" sz="6300" u="none" strike="noStrike" cap="none" spc="0" normalizeH="0" baseline="0">
              <a:ln>
                <a:noFill/>
              </a:ln>
              <a:solidFill>
                <a:srgbClr val="000000"/>
              </a:solidFill>
              <a:effectLst/>
              <a:uFillTx/>
              <a:latin typeface="Open Sans"/>
              <a:ea typeface="Open Sans"/>
              <a:cs typeface="Open Sans"/>
            </a:endParaRPr>
          </a:p>
        </p:txBody>
      </p:sp>
      <p:sp>
        <p:nvSpPr>
          <p:cNvPr id="22" name="TextBox 21">
            <a:extLst>
              <a:ext uri="{FF2B5EF4-FFF2-40B4-BE49-F238E27FC236}">
                <a16:creationId xmlns:a16="http://schemas.microsoft.com/office/drawing/2014/main" id="{CF79834A-1710-6910-6F64-F9418B2B1168}"/>
              </a:ext>
            </a:extLst>
          </p:cNvPr>
          <p:cNvSpPr txBox="1"/>
          <p:nvPr/>
        </p:nvSpPr>
        <p:spPr>
          <a:xfrm>
            <a:off x="1208866" y="8396385"/>
            <a:ext cx="2999879" cy="8135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100" err="1">
                <a:solidFill>
                  <a:srgbClr val="646B6B"/>
                </a:solidFill>
                <a:latin typeface="Open Sans"/>
                <a:ea typeface="Open Sans"/>
                <a:cs typeface="Open Sans"/>
              </a:rPr>
              <a:t>Non_res</a:t>
            </a:r>
            <a:r>
              <a:rPr lang="en-US" sz="2100">
                <a:solidFill>
                  <a:srgbClr val="646B6B"/>
                </a:solidFill>
                <a:latin typeface="Open Sans"/>
                <a:ea typeface="Open Sans"/>
                <a:cs typeface="Open Sans"/>
              </a:rPr>
              <a:t> accounts with &gt;0 arrears</a:t>
            </a:r>
          </a:p>
        </p:txBody>
      </p:sp>
      <p:sp>
        <p:nvSpPr>
          <p:cNvPr id="16" name="TextBox 15">
            <a:extLst>
              <a:ext uri="{FF2B5EF4-FFF2-40B4-BE49-F238E27FC236}">
                <a16:creationId xmlns:a16="http://schemas.microsoft.com/office/drawing/2014/main" id="{09343C01-8739-A6BD-6688-ED3A03F528D2}"/>
              </a:ext>
            </a:extLst>
          </p:cNvPr>
          <p:cNvSpPr txBox="1"/>
          <p:nvPr/>
        </p:nvSpPr>
        <p:spPr>
          <a:xfrm>
            <a:off x="14678819" y="2760453"/>
            <a:ext cx="9705181" cy="320498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a:lnSpc>
                <a:spcPct val="90000"/>
              </a:lnSpc>
            </a:pPr>
            <a:r>
              <a:rPr lang="en-US" sz="4000">
                <a:solidFill>
                  <a:srgbClr val="333333"/>
                </a:solidFill>
                <a:latin typeface="Segoe UI"/>
                <a:ea typeface="Calibri"/>
                <a:cs typeface="Segoe UI"/>
              </a:rPr>
              <a:t>The missed opportunity for DCX lies in new customers (111K residential, 89K non-residential) with zero arrears who rely heavily on CSR channels.</a:t>
            </a:r>
            <a:endParaRPr lang="en-US" sz="4000">
              <a:solidFill>
                <a:srgbClr val="000000"/>
              </a:solidFill>
              <a:ea typeface="Calibri"/>
              <a:cs typeface="Calibri"/>
            </a:endParaRPr>
          </a:p>
          <a:p>
            <a:pPr marL="0" marR="0" indent="0" algn="l" defTabSz="825500" rtl="0" fontAlgn="auto" latinLnBrk="0" hangingPunct="0">
              <a:lnSpc>
                <a:spcPct val="90000"/>
              </a:lnSpc>
              <a:spcBef>
                <a:spcPts val="0"/>
              </a:spcBef>
              <a:spcAft>
                <a:spcPts val="0"/>
              </a:spcAft>
              <a:buClrTx/>
              <a:buSzTx/>
              <a:buFontTx/>
              <a:buNone/>
              <a:tabLst/>
            </a:pPr>
            <a:endParaRPr kumimoji="0" lang="en-US" sz="6400" b="1" i="0" u="none" strike="noStrike" cap="none" spc="0" normalizeH="0" baseline="0">
              <a:ln>
                <a:noFill/>
              </a:ln>
              <a:solidFill>
                <a:srgbClr val="000000"/>
              </a:solidFill>
              <a:effectLst/>
              <a:uFillTx/>
              <a:latin typeface="Futura Maxi Book" panose="020B0503000000020004" pitchFamily="34" charset="0"/>
              <a:ea typeface="+mn-ea"/>
              <a:cs typeface="+mn-cs"/>
              <a:sym typeface="Open Sans"/>
            </a:endParaRPr>
          </a:p>
        </p:txBody>
      </p:sp>
      <p:graphicFrame>
        <p:nvGraphicFramePr>
          <p:cNvPr id="23" name="Table 22">
            <a:extLst>
              <a:ext uri="{FF2B5EF4-FFF2-40B4-BE49-F238E27FC236}">
                <a16:creationId xmlns:a16="http://schemas.microsoft.com/office/drawing/2014/main" id="{30C5CE32-591F-C8CA-3B29-9489F9523CE7}"/>
              </a:ext>
            </a:extLst>
          </p:cNvPr>
          <p:cNvGraphicFramePr>
            <a:graphicFrameLocks noGrp="1"/>
          </p:cNvGraphicFramePr>
          <p:nvPr>
            <p:extLst>
              <p:ext uri="{D42A27DB-BD31-4B8C-83A1-F6EECF244321}">
                <p14:modId xmlns:p14="http://schemas.microsoft.com/office/powerpoint/2010/main" val="3761920393"/>
              </p:ext>
            </p:extLst>
          </p:nvPr>
        </p:nvGraphicFramePr>
        <p:xfrm>
          <a:off x="14733938" y="6669239"/>
          <a:ext cx="9230961" cy="6627662"/>
        </p:xfrm>
        <a:graphic>
          <a:graphicData uri="http://schemas.openxmlformats.org/drawingml/2006/table">
            <a:tbl>
              <a:tblPr>
                <a:tableStyleId>{5940675A-B579-460E-94D1-54222C63F5DA}</a:tableStyleId>
              </a:tblPr>
              <a:tblGrid>
                <a:gridCol w="5238034">
                  <a:extLst>
                    <a:ext uri="{9D8B030D-6E8A-4147-A177-3AD203B41FA5}">
                      <a16:colId xmlns:a16="http://schemas.microsoft.com/office/drawing/2014/main" val="3059012904"/>
                    </a:ext>
                  </a:extLst>
                </a:gridCol>
                <a:gridCol w="3992927">
                  <a:extLst>
                    <a:ext uri="{9D8B030D-6E8A-4147-A177-3AD203B41FA5}">
                      <a16:colId xmlns:a16="http://schemas.microsoft.com/office/drawing/2014/main" val="3469069854"/>
                    </a:ext>
                  </a:extLst>
                </a:gridCol>
              </a:tblGrid>
              <a:tr h="633597">
                <a:tc>
                  <a:txBody>
                    <a:bodyPr/>
                    <a:lstStyle/>
                    <a:p>
                      <a:pPr algn="r" fontAlgn="b">
                        <a:buNone/>
                      </a:pPr>
                      <a:r>
                        <a:rPr lang="en-US" sz="2800" b="0" u="none" strike="noStrike">
                          <a:effectLst/>
                        </a:rPr>
                        <a:t> count(Acct_id) </a:t>
                      </a:r>
                      <a:endParaRPr lang="en-US" sz="28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US" sz="2800" b="0" u="none" strike="noStrike">
                          <a:effectLst/>
                        </a:rPr>
                        <a:t> ACCOUNT_AGE </a:t>
                      </a:r>
                      <a:endParaRPr lang="en-US" sz="28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013814567"/>
                  </a:ext>
                </a:extLst>
              </a:tr>
              <a:tr h="1198813">
                <a:tc>
                  <a:txBody>
                    <a:bodyPr/>
                    <a:lstStyle/>
                    <a:p>
                      <a:pPr algn="r" fontAlgn="b">
                        <a:buNone/>
                      </a:pPr>
                      <a:r>
                        <a:rPr lang="en-US" sz="2800" b="0" u="none" strike="noStrike">
                          <a:effectLst/>
                        </a:rPr>
                        <a:t>                                        192,582 </a:t>
                      </a:r>
                      <a:endParaRPr lang="en-US" sz="28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US" sz="2800" b="0" u="none" strike="noStrike">
                          <a:effectLst/>
                        </a:rPr>
                        <a:t> 0 to 1 years </a:t>
                      </a:r>
                      <a:endParaRPr lang="en-US" sz="28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86434585"/>
                  </a:ext>
                </a:extLst>
              </a:tr>
              <a:tr h="1198813">
                <a:tc>
                  <a:txBody>
                    <a:bodyPr/>
                    <a:lstStyle/>
                    <a:p>
                      <a:pPr algn="r" fontAlgn="b">
                        <a:buNone/>
                      </a:pPr>
                      <a:r>
                        <a:rPr lang="en-US" sz="2800" b="0" u="none" strike="noStrike">
                          <a:effectLst/>
                        </a:rPr>
                        <a:t>                                             1,691 </a:t>
                      </a:r>
                      <a:endParaRPr lang="en-US" sz="28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US" sz="2800" b="0" u="none" strike="noStrike">
                          <a:effectLst/>
                        </a:rPr>
                        <a:t> 1 to 3 years </a:t>
                      </a:r>
                      <a:endParaRPr lang="en-US" sz="28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617879122"/>
                  </a:ext>
                </a:extLst>
              </a:tr>
              <a:tr h="1198813">
                <a:tc>
                  <a:txBody>
                    <a:bodyPr/>
                    <a:lstStyle/>
                    <a:p>
                      <a:pPr algn="r" fontAlgn="b">
                        <a:buNone/>
                      </a:pPr>
                      <a:r>
                        <a:rPr lang="en-US" sz="2800" b="0" u="none" strike="noStrike">
                          <a:effectLst/>
                        </a:rPr>
                        <a:t>                                             1,077 </a:t>
                      </a:r>
                      <a:endParaRPr lang="en-US" sz="28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US" sz="2800" b="0" u="none" strike="noStrike">
                          <a:effectLst/>
                        </a:rPr>
                        <a:t> 10 plus years </a:t>
                      </a:r>
                      <a:endParaRPr lang="en-US" sz="28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895881769"/>
                  </a:ext>
                </a:extLst>
              </a:tr>
              <a:tr h="1198813">
                <a:tc>
                  <a:txBody>
                    <a:bodyPr/>
                    <a:lstStyle/>
                    <a:p>
                      <a:pPr algn="r" fontAlgn="b">
                        <a:buNone/>
                      </a:pPr>
                      <a:r>
                        <a:rPr lang="en-US" sz="2800" b="0" u="none" strike="noStrike">
                          <a:effectLst/>
                        </a:rPr>
                        <a:t>                                                  551 </a:t>
                      </a:r>
                      <a:endParaRPr lang="en-US" sz="28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US" sz="2800" b="0" u="none" strike="noStrike">
                          <a:effectLst/>
                        </a:rPr>
                        <a:t> 3 to 5 years </a:t>
                      </a:r>
                      <a:endParaRPr lang="en-US" sz="28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128917383"/>
                  </a:ext>
                </a:extLst>
              </a:tr>
              <a:tr h="1198813">
                <a:tc>
                  <a:txBody>
                    <a:bodyPr/>
                    <a:lstStyle/>
                    <a:p>
                      <a:pPr algn="r" fontAlgn="b">
                        <a:buNone/>
                      </a:pPr>
                      <a:r>
                        <a:rPr lang="en-US" sz="2800" b="0" u="none" strike="noStrike">
                          <a:effectLst/>
                        </a:rPr>
                        <a:t>                                                  595 </a:t>
                      </a:r>
                      <a:endParaRPr lang="en-US" sz="28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US" sz="2800" b="0" u="none" strike="noStrike">
                          <a:effectLst/>
                        </a:rPr>
                        <a:t> 5 to 10 years </a:t>
                      </a:r>
                      <a:endParaRPr lang="en-US" sz="28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352637544"/>
                  </a:ext>
                </a:extLst>
              </a:tr>
            </a:tbl>
          </a:graphicData>
        </a:graphic>
      </p:graphicFrame>
    </p:spTree>
    <p:extLst>
      <p:ext uri="{BB962C8B-B14F-4D97-AF65-F5344CB8AC3E}">
        <p14:creationId xmlns:p14="http://schemas.microsoft.com/office/powerpoint/2010/main" val="407724317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F2CD2-643E-5B60-FC89-F7A7440E31C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3F5FC49-52C4-586E-2E43-692213774594}"/>
              </a:ext>
            </a:extLst>
          </p:cNvPr>
          <p:cNvSpPr>
            <a:spLocks noGrp="1"/>
          </p:cNvSpPr>
          <p:nvPr>
            <p:ph type="body" sz="quarter" idx="42"/>
          </p:nvPr>
        </p:nvSpPr>
        <p:spPr>
          <a:xfrm>
            <a:off x="1142999" y="1491178"/>
            <a:ext cx="11049001" cy="1345807"/>
          </a:xfrm>
        </p:spPr>
        <p:txBody>
          <a:bodyPr/>
          <a:lstStyle/>
          <a:p>
            <a:r>
              <a:rPr lang="en-US">
                <a:latin typeface="Lexend"/>
                <a:ea typeface="Open Sans"/>
                <a:cs typeface="Open Sans"/>
              </a:rPr>
              <a:t>Explore downstream error - resulting in API call failure.</a:t>
            </a:r>
            <a:endParaRPr lang="en-US"/>
          </a:p>
        </p:txBody>
      </p:sp>
      <p:sp>
        <p:nvSpPr>
          <p:cNvPr id="10" name="TextBox 9">
            <a:extLst>
              <a:ext uri="{FF2B5EF4-FFF2-40B4-BE49-F238E27FC236}">
                <a16:creationId xmlns:a16="http://schemas.microsoft.com/office/drawing/2014/main" id="{6EBDA36F-8E63-82D2-16F1-A803968AF39C}"/>
              </a:ext>
            </a:extLst>
          </p:cNvPr>
          <p:cNvSpPr txBox="1"/>
          <p:nvPr/>
        </p:nvSpPr>
        <p:spPr>
          <a:xfrm>
            <a:off x="1143000" y="3281426"/>
            <a:ext cx="10302240" cy="47746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400" b="1">
                <a:ea typeface="+mn-lt"/>
                <a:cs typeface="+mn-lt"/>
              </a:rPr>
              <a:t>Insight:</a:t>
            </a:r>
          </a:p>
          <a:p>
            <a:r>
              <a:rPr lang="en-US" sz="2800">
                <a:ea typeface="+mn-lt"/>
                <a:cs typeface="+mn-lt"/>
              </a:rPr>
              <a:t>Top account issues preventing digital transactions:</a:t>
            </a:r>
            <a:endParaRPr lang="en-US">
              <a:ea typeface="+mn-lt"/>
              <a:cs typeface="+mn-lt"/>
            </a:endParaRPr>
          </a:p>
          <a:p>
            <a:pPr marL="285750" indent="-285750">
              <a:buFont typeface="Arial"/>
              <a:buChar char="•"/>
            </a:pPr>
            <a:r>
              <a:rPr lang="en-US" sz="2800">
                <a:ea typeface="+mn-lt"/>
                <a:cs typeface="+mn-lt"/>
              </a:rPr>
              <a:t>Service turned off for non-payment, ~12% of errors</a:t>
            </a:r>
          </a:p>
          <a:p>
            <a:pPr marL="285750" indent="-285750">
              <a:buFont typeface="Arial"/>
              <a:buChar char="•"/>
            </a:pPr>
            <a:r>
              <a:rPr lang="en-US" sz="2800">
                <a:ea typeface="+mn-lt"/>
                <a:cs typeface="+mn-lt"/>
              </a:rPr>
              <a:t>API call failure (downstream error), ~7% of errors</a:t>
            </a:r>
            <a:endParaRPr lang="en-US"/>
          </a:p>
          <a:p>
            <a:pPr marL="285750" indent="-285750">
              <a:buFont typeface="Arial"/>
              <a:buChar char="•"/>
            </a:pPr>
            <a:r>
              <a:rPr lang="en-US" sz="2800">
                <a:ea typeface="+mn-lt"/>
                <a:cs typeface="+mn-lt"/>
              </a:rPr>
              <a:t>Ineligible rate class for online service start, ~11% of errors</a:t>
            </a:r>
          </a:p>
          <a:p>
            <a:pPr marL="285750" lvl="1" indent="-285750">
              <a:buFont typeface="Arial"/>
              <a:buChar char="•"/>
            </a:pPr>
            <a:r>
              <a:rPr lang="en-US" sz="2800"/>
              <a:t>The selected premise does not have a meter associated with it, ~8% of errors ( this was from a CCB issue that lasted over a month)</a:t>
            </a:r>
          </a:p>
          <a:p>
            <a:pPr marL="285750" indent="-285750">
              <a:buFont typeface="Arial"/>
              <a:buChar char="•"/>
            </a:pPr>
            <a:endParaRPr lang="en-US" sz="2800"/>
          </a:p>
          <a:p>
            <a:endParaRPr lang="en-US" sz="2800"/>
          </a:p>
        </p:txBody>
      </p:sp>
      <p:sp>
        <p:nvSpPr>
          <p:cNvPr id="12" name="TextBox 11">
            <a:extLst>
              <a:ext uri="{FF2B5EF4-FFF2-40B4-BE49-F238E27FC236}">
                <a16:creationId xmlns:a16="http://schemas.microsoft.com/office/drawing/2014/main" id="{7739C181-A8BC-3612-ECA8-E1BD9DD8BD89}"/>
              </a:ext>
            </a:extLst>
          </p:cNvPr>
          <p:cNvSpPr txBox="1"/>
          <p:nvPr/>
        </p:nvSpPr>
        <p:spPr>
          <a:xfrm>
            <a:off x="1142999" y="7440664"/>
            <a:ext cx="10302241" cy="41862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a:lnSpc>
                <a:spcPct val="113999"/>
              </a:lnSpc>
            </a:pPr>
            <a:r>
              <a:rPr lang="en-US" sz="2400" b="1">
                <a:ea typeface="+mn-lt"/>
                <a:cs typeface="+mn-lt"/>
              </a:rPr>
              <a:t>Recommendation: </a:t>
            </a:r>
            <a:endParaRPr lang="en-US"/>
          </a:p>
          <a:p>
            <a:pPr>
              <a:lnSpc>
                <a:spcPct val="113999"/>
              </a:lnSpc>
            </a:pPr>
            <a:r>
              <a:rPr lang="en-US" sz="2800"/>
              <a:t>Set up monitoring in Azure Application Insights to track exceptions and error trends. Configure thresholds so that when specific error codes increase beyond normal levels, the team is automatically notified. This allows quick investigation and timely corrective action.</a:t>
            </a:r>
            <a:endParaRPr lang="en-US" sz="2800">
              <a:solidFill>
                <a:srgbClr val="646B6B"/>
              </a:solidFill>
              <a:ea typeface="+mn-lt"/>
              <a:cs typeface="+mn-lt"/>
            </a:endParaRPr>
          </a:p>
          <a:p>
            <a:endParaRPr lang="en-US"/>
          </a:p>
          <a:p>
            <a:pPr>
              <a:lnSpc>
                <a:spcPct val="113999"/>
              </a:lnSpc>
            </a:pPr>
            <a:endParaRPr lang="en-US"/>
          </a:p>
        </p:txBody>
      </p:sp>
      <p:graphicFrame>
        <p:nvGraphicFramePr>
          <p:cNvPr id="9" name="Table 8">
            <a:extLst>
              <a:ext uri="{FF2B5EF4-FFF2-40B4-BE49-F238E27FC236}">
                <a16:creationId xmlns:a16="http://schemas.microsoft.com/office/drawing/2014/main" id="{3A990DC9-DEBA-F31C-A28E-0722505718CD}"/>
              </a:ext>
            </a:extLst>
          </p:cNvPr>
          <p:cNvGraphicFramePr>
            <a:graphicFrameLocks noGrp="1"/>
          </p:cNvGraphicFramePr>
          <p:nvPr>
            <p:extLst>
              <p:ext uri="{D42A27DB-BD31-4B8C-83A1-F6EECF244321}">
                <p14:modId xmlns:p14="http://schemas.microsoft.com/office/powerpoint/2010/main" val="1829270621"/>
              </p:ext>
            </p:extLst>
          </p:nvPr>
        </p:nvGraphicFramePr>
        <p:xfrm>
          <a:off x="8331856" y="8729062"/>
          <a:ext cx="2721839" cy="380429"/>
        </p:xfrm>
        <a:graphic>
          <a:graphicData uri="http://schemas.openxmlformats.org/drawingml/2006/table">
            <a:tbl>
              <a:tblPr bandRow="1">
                <a:tableStyleId>{5940675A-B579-460E-94D1-54222C63F5DA}</a:tableStyleId>
              </a:tblPr>
              <a:tblGrid>
                <a:gridCol w="2721839">
                  <a:extLst>
                    <a:ext uri="{9D8B030D-6E8A-4147-A177-3AD203B41FA5}">
                      <a16:colId xmlns:a16="http://schemas.microsoft.com/office/drawing/2014/main" val="1353682409"/>
                    </a:ext>
                  </a:extLst>
                </a:gridCol>
              </a:tblGrid>
              <a:tr h="0">
                <a:tc>
                  <a:txBody>
                    <a:bodyPr/>
                    <a:lstStyle/>
                    <a:p>
                      <a:pPr marL="457200" indent="-457200">
                        <a:buAutoNum type="arabicPeriod"/>
                      </a:pPr>
                      <a:endParaRPr lang="en-US" b="0">
                        <a:effectLst/>
                      </a:endParaRPr>
                    </a:p>
                  </a:txBody>
                  <a:tcPr marL="0" marR="0" marT="0" marB="0" anchor="ctr">
                    <a:lnL>
                      <a:noFill/>
                    </a:lnL>
                    <a:lnR>
                      <a:noFill/>
                    </a:lnR>
                    <a:lnT>
                      <a:noFill/>
                    </a:lnT>
                    <a:lnB>
                      <a:noFill/>
                    </a:lnB>
                    <a:noFill/>
                  </a:tcPr>
                </a:tc>
                <a:extLst>
                  <a:ext uri="{0D108BD9-81ED-4DB2-BD59-A6C34878D82A}">
                    <a16:rowId xmlns:a16="http://schemas.microsoft.com/office/drawing/2014/main" val="3855205735"/>
                  </a:ext>
                </a:extLst>
              </a:tr>
            </a:tbl>
          </a:graphicData>
        </a:graphic>
      </p:graphicFrame>
      <p:sp>
        <p:nvSpPr>
          <p:cNvPr id="6" name="Text Placeholder 5">
            <a:extLst>
              <a:ext uri="{FF2B5EF4-FFF2-40B4-BE49-F238E27FC236}">
                <a16:creationId xmlns:a16="http://schemas.microsoft.com/office/drawing/2014/main" id="{F2BB17FA-92CB-0927-056E-45B5ACE4E819}"/>
              </a:ext>
            </a:extLst>
          </p:cNvPr>
          <p:cNvSpPr>
            <a:spLocks noGrp="1"/>
          </p:cNvSpPr>
          <p:nvPr>
            <p:ph type="body" sz="quarter" idx="41"/>
          </p:nvPr>
        </p:nvSpPr>
        <p:spPr/>
        <p:txBody>
          <a:bodyPr/>
          <a:lstStyle/>
          <a:p>
            <a:r>
              <a:rPr lang="en-US">
                <a:latin typeface="Open Sans Extrabold"/>
                <a:ea typeface="Open Sans Extrabold"/>
                <a:cs typeface="Open Sans Extrabold"/>
              </a:rPr>
              <a:t>DATA ANALYSIS</a:t>
            </a:r>
            <a:endParaRPr lang="en-US"/>
          </a:p>
        </p:txBody>
      </p:sp>
    </p:spTree>
    <p:extLst>
      <p:ext uri="{BB962C8B-B14F-4D97-AF65-F5344CB8AC3E}">
        <p14:creationId xmlns:p14="http://schemas.microsoft.com/office/powerpoint/2010/main" val="1659229165"/>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Gotham-Ultra"/>
        <a:ea typeface="Gotham-Ultra"/>
        <a:cs typeface="Gotham-Ultra"/>
      </a:majorFont>
      <a:minorFont>
        <a:latin typeface="Open Sans"/>
        <a:ea typeface="Open Sans"/>
        <a:cs typeface="Open Sans"/>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38100" indent="0" algn="l" defTabSz="863600" rtl="0" fontAlgn="auto" latinLnBrk="0" hangingPunct="0">
          <a:lnSpc>
            <a:spcPct val="30000"/>
          </a:lnSpc>
          <a:spcBef>
            <a:spcPts val="0"/>
          </a:spcBef>
          <a:spcAft>
            <a:spcPts val="0"/>
          </a:spcAft>
          <a:buClrTx/>
          <a:buSzTx/>
          <a:buFontTx/>
          <a:buNone/>
          <a:tabLst/>
          <a:defRPr kumimoji="0" sz="4000" b="1" i="0" u="none" strike="noStrike" cap="none" spc="0" normalizeH="0" baseline="0">
            <a:ln>
              <a:noFill/>
            </a:ln>
            <a:solidFill>
              <a:srgbClr val="000000"/>
            </a:solidFill>
            <a:effectLst/>
            <a:uFill>
              <a:solidFill>
                <a:srgbClr val="3A88FE"/>
              </a:solidFill>
            </a:uFill>
            <a:latin typeface="Futura Maxi Book"/>
            <a:ea typeface="Futura Maxi Book"/>
            <a:cs typeface="Futura Maxi Book"/>
            <a:sym typeface="Futura Maxi Boo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t">
        <a:spAutoFit/>
      </a:bodyPr>
      <a:lstStyle>
        <a:defPPr marL="0" marR="0" indent="0" algn="l" defTabSz="825500" rtl="0" fontAlgn="auto" latinLnBrk="0" hangingPunct="0">
          <a:lnSpc>
            <a:spcPct val="90000"/>
          </a:lnSpc>
          <a:spcBef>
            <a:spcPts val="0"/>
          </a:spcBef>
          <a:spcAft>
            <a:spcPts val="0"/>
          </a:spcAft>
          <a:buClrTx/>
          <a:buSzTx/>
          <a:buFontTx/>
          <a:buNone/>
          <a:tabLst/>
          <a:defRPr kumimoji="0" sz="6400" b="1" i="0" u="none" strike="noStrike" cap="none" spc="0" normalizeH="0" baseline="0" dirty="0" smtClean="0">
            <a:ln>
              <a:noFill/>
            </a:ln>
            <a:solidFill>
              <a:srgbClr val="000000"/>
            </a:solidFill>
            <a:effectLst/>
            <a:uFillTx/>
            <a:latin typeface="Futura Maxi Book" panose="020B0503000000020004" pitchFamily="34" charset="0"/>
            <a:ea typeface="+mn-ea"/>
            <a:cs typeface="+mn-cs"/>
            <a:sym typeface="Open Sans"/>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Gotham-Ultra"/>
        <a:ea typeface="Gotham-Ultra"/>
        <a:cs typeface="Gotham-Ultra"/>
      </a:majorFont>
      <a:minorFont>
        <a:latin typeface="Open Sans"/>
        <a:ea typeface="Open Sans"/>
        <a:cs typeface="Open Sans"/>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38100" indent="0" algn="l" defTabSz="863600" rtl="0" fontAlgn="auto" latinLnBrk="0" hangingPunct="0">
          <a:lnSpc>
            <a:spcPct val="30000"/>
          </a:lnSpc>
          <a:spcBef>
            <a:spcPts val="0"/>
          </a:spcBef>
          <a:spcAft>
            <a:spcPts val="0"/>
          </a:spcAft>
          <a:buClrTx/>
          <a:buSzTx/>
          <a:buFontTx/>
          <a:buNone/>
          <a:tabLst/>
          <a:defRPr kumimoji="0" sz="4000" b="1" i="0" u="none" strike="noStrike" cap="none" spc="0" normalizeH="0" baseline="0">
            <a:ln>
              <a:noFill/>
            </a:ln>
            <a:solidFill>
              <a:srgbClr val="000000"/>
            </a:solidFill>
            <a:effectLst/>
            <a:uFill>
              <a:solidFill>
                <a:srgbClr val="3A88FE"/>
              </a:solidFill>
            </a:uFill>
            <a:latin typeface="Futura Maxi Book"/>
            <a:ea typeface="Futura Maxi Book"/>
            <a:cs typeface="Futura Maxi Book"/>
            <a:sym typeface="Futura Maxi Boo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1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mn-lt"/>
            <a:ea typeface="+mn-ea"/>
            <a:cs typeface="+mn-cs"/>
            <a:sym typeface="Open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4abe2e3-bcff-4cc1-a46b-3c8b0bfaa943">
      <Terms xmlns="http://schemas.microsoft.com/office/infopath/2007/PartnerControls"/>
    </lcf76f155ced4ddcb4097134ff3c332f>
    <TaxCatchAll xmlns="138fd1fb-ad4e-4208-bc1c-aa8ad346b4b8" xsi:nil="true"/>
    <SharedWithUsers xmlns="138fd1fb-ad4e-4208-bc1c-aa8ad346b4b8">
      <UserInfo>
        <DisplayName>Juan Larrazabal</DisplayName>
        <AccountId>667</AccountId>
        <AccountType/>
      </UserInfo>
    </SharedWithUsers>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3295C12D1FBD94BB8E6F324E78CC09B" ma:contentTypeVersion="20" ma:contentTypeDescription="Create a new document." ma:contentTypeScope="" ma:versionID="075170cd1b8628b99234f7f217adbc47">
  <xsd:schema xmlns:xsd="http://www.w3.org/2001/XMLSchema" xmlns:xs="http://www.w3.org/2001/XMLSchema" xmlns:p="http://schemas.microsoft.com/office/2006/metadata/properties" xmlns:ns1="http://schemas.microsoft.com/sharepoint/v3" xmlns:ns2="138fd1fb-ad4e-4208-bc1c-aa8ad346b4b8" xmlns:ns3="14abe2e3-bcff-4cc1-a46b-3c8b0bfaa943" targetNamespace="http://schemas.microsoft.com/office/2006/metadata/properties" ma:root="true" ma:fieldsID="ebb9f12c243a7b1869e50d5d7b6f083c" ns1:_="" ns2:_="" ns3:_="">
    <xsd:import namespace="http://schemas.microsoft.com/sharepoint/v3"/>
    <xsd:import namespace="138fd1fb-ad4e-4208-bc1c-aa8ad346b4b8"/>
    <xsd:import namespace="14abe2e3-bcff-4cc1-a46b-3c8b0bfaa94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1:_ip_UnifiedCompliancePolicyProperties" minOccurs="0"/>
                <xsd:element ref="ns1:_ip_UnifiedCompliancePolicyUIAction" minOccurs="0"/>
                <xsd:element ref="ns3:MediaServiceDateTaken" minOccurs="0"/>
                <xsd:element ref="ns3:MediaServiceEventHashCode" minOccurs="0"/>
                <xsd:element ref="ns3:MediaServiceGenerationTime" minOccurs="0"/>
                <xsd:element ref="ns3:MediaServiceLocation" minOccurs="0"/>
                <xsd:element ref="ns3:MediaServiceAutoTags" minOccurs="0"/>
                <xsd:element ref="ns3:MediaServiceOCR" minOccurs="0"/>
                <xsd:element ref="ns3:MediaServiceAutoKeyPoints" minOccurs="0"/>
                <xsd:element ref="ns3:MediaServiceKeyPoints"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description="" ma:hidden="true" ma:internalName="_ip_UnifiedCompliancePolicyProperties">
      <xsd:simpleType>
        <xsd:restriction base="dms:Note"/>
      </xsd:simpleType>
    </xsd:element>
    <xsd:element name="_ip_UnifiedCompliancePolicyUIAction" ma:index="13" nillable="true" ma:displayName="Unified Compliance Policy UI Action" ma:descrip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38fd1fb-ad4e-4208-bc1c-aa8ad346b4b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TaxCatchAll" ma:index="25" nillable="true" ma:displayName="Taxonomy Catch All Column" ma:hidden="true" ma:list="{930b0151-27d9-4cfe-9305-cec1a7290534}" ma:internalName="TaxCatchAll" ma:showField="CatchAllData" ma:web="138fd1fb-ad4e-4208-bc1c-aa8ad346b4b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4abe2e3-bcff-4cc1-a46b-3c8b0bfaa943"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DateTaken" ma:index="14" nillable="true" ma:displayName="MediaServiceDateTaken" ma:hidden="true" ma:internalName="MediaServiceDateTaken"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Tags" ma:index="18"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8286605c-d6c9-4ea2-b44b-324d009c185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9278863-A492-4A22-B4BD-B023D38F73F2}">
  <ds:schemaRefs>
    <ds:schemaRef ds:uri="138fd1fb-ad4e-4208-bc1c-aa8ad346b4b8"/>
    <ds:schemaRef ds:uri="14abe2e3-bcff-4cc1-a46b-3c8b0bfaa94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2EB203F-0299-4F28-A227-DDE7CA1818BA}">
  <ds:schemaRefs>
    <ds:schemaRef ds:uri="http://schemas.microsoft.com/sharepoint/v3/contenttype/forms"/>
  </ds:schemaRefs>
</ds:datastoreItem>
</file>

<file path=customXml/itemProps3.xml><?xml version="1.0" encoding="utf-8"?>
<ds:datastoreItem xmlns:ds="http://schemas.openxmlformats.org/officeDocument/2006/customXml" ds:itemID="{3B24BE63-20C4-4C40-BE2C-8E3150800991}">
  <ds:schemaRefs>
    <ds:schemaRef ds:uri="138fd1fb-ad4e-4208-bc1c-aa8ad346b4b8"/>
    <ds:schemaRef ds:uri="14abe2e3-bcff-4cc1-a46b-3c8b0bfaa94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TotalTime>
  <Words>663</Words>
  <Application>Microsoft Office PowerPoint</Application>
  <PresentationFormat>Custom</PresentationFormat>
  <Paragraphs>112</Paragraphs>
  <Slides>8</Slides>
  <Notes>6</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8</vt:i4>
      </vt:variant>
    </vt:vector>
  </HeadingPairs>
  <TitlesOfParts>
    <vt:vector size="22" baseType="lpstr">
      <vt:lpstr>Aptos Narrow</vt:lpstr>
      <vt:lpstr>Arial</vt:lpstr>
      <vt:lpstr>Calibri</vt:lpstr>
      <vt:lpstr>Futura Maxi Book</vt:lpstr>
      <vt:lpstr>Gotham-Light</vt:lpstr>
      <vt:lpstr>Lexend</vt:lpstr>
      <vt:lpstr>Lexend ExtraLight</vt:lpstr>
      <vt:lpstr>Lucida Grande</vt:lpstr>
      <vt:lpstr>Open Sans</vt:lpstr>
      <vt:lpstr>Open Sans Extrabold</vt:lpstr>
      <vt:lpstr>Open Sans Light</vt:lpstr>
      <vt:lpstr>Open Sans Semibold</vt:lpstr>
      <vt:lpstr>Segoe UI</vt: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jeny mistry</dc:creator>
  <cp:lastModifiedBy>jeny mistry</cp:lastModifiedBy>
  <cp:revision>3</cp:revision>
  <dcterms:modified xsi:type="dcterms:W3CDTF">2026-02-17T16:50:16Z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0x010100C3295C12D1FBD94BB8E6F324E78CC09B</vt:lpwstr>
  </property>
  <property fmtid="{D5CDD505-2E9C-101B-9397-08002B2CF9AE}" pid="3" name="MediaServiceImageTags">
    <vt:lpwstr/>
  </property>
  <property fmtid="{D5CDD505-2E9C-101B-9397-08002B2CF9AE}" pid="4" name="MSIP_Label_c80150e9-b158-425e-97d7-738cc28226d7_Enabled">
    <vt:lpwstr>true</vt:lpwstr>
  </property>
  <property fmtid="{D5CDD505-2E9C-101B-9397-08002B2CF9AE}" pid="5" name="MSIP_Label_c80150e9-b158-425e-97d7-738cc28226d7_SetDate">
    <vt:lpwstr>2024-09-09T18:18:42Z</vt:lpwstr>
  </property>
  <property fmtid="{D5CDD505-2E9C-101B-9397-08002B2CF9AE}" pid="6" name="MSIP_Label_c80150e9-b158-425e-97d7-738cc28226d7_Method">
    <vt:lpwstr>Standard</vt:lpwstr>
  </property>
  <property fmtid="{D5CDD505-2E9C-101B-9397-08002B2CF9AE}" pid="7" name="MSIP_Label_c80150e9-b158-425e-97d7-738cc28226d7_Name">
    <vt:lpwstr>Internal - Privacy</vt:lpwstr>
  </property>
  <property fmtid="{D5CDD505-2E9C-101B-9397-08002B2CF9AE}" pid="8" name="MSIP_Label_c80150e9-b158-425e-97d7-738cc28226d7_SiteId">
    <vt:lpwstr>e9aef9b7-25ca-4518-a881-33e546773136</vt:lpwstr>
  </property>
  <property fmtid="{D5CDD505-2E9C-101B-9397-08002B2CF9AE}" pid="9" name="MSIP_Label_c80150e9-b158-425e-97d7-738cc28226d7_ActionId">
    <vt:lpwstr>f7d0792d-af86-4daa-8335-f7bce28e47a8</vt:lpwstr>
  </property>
  <property fmtid="{D5CDD505-2E9C-101B-9397-08002B2CF9AE}" pid="10" name="MSIP_Label_c80150e9-b158-425e-97d7-738cc28226d7_ContentBits">
    <vt:lpwstr>2</vt:lpwstr>
  </property>
  <property fmtid="{D5CDD505-2E9C-101B-9397-08002B2CF9AE}" pid="11" name="ClassificationContentMarkingFooterLocations">
    <vt:lpwstr>White:5</vt:lpwstr>
  </property>
  <property fmtid="{D5CDD505-2E9C-101B-9397-08002B2CF9AE}" pid="12" name="ClassificationContentMarkingFooterText">
    <vt:lpwstr>INTERNAL</vt:lpwstr>
  </property>
</Properties>
</file>